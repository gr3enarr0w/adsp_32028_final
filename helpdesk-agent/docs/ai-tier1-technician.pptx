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27" r:id="rId5"/>
    <p:sldMasterId id="2147483828" r:id="rId6"/>
    <p:sldMasterId id="2147483829" r:id="rId7"/>
    <p:sldMasterId id="2147483830" r:id="rId8"/>
  </p:sldMasterIdLst>
  <p:notesMasterIdLst>
    <p:notesMasterId r:id="rId9"/>
  </p:notes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  <p:sldId id="269" r:id="rId51"/>
    <p:sldId id="270" r:id="rId52"/>
    <p:sldId id="271" r:id="rId53"/>
    <p:sldId id="272" r:id="rId54"/>
    <p:sldId id="273" r:id="rId55"/>
    <p:sldId id="274" r:id="rId56"/>
    <p:sldId id="275" r:id="rId57"/>
    <p:sldId id="276" r:id="rId58"/>
  </p:sldIdLst>
  <p:sldSz cy="6858000" cx="12192000"/>
  <p:notesSz cx="6858000" cy="9144000"/>
  <p:embeddedFontLst>
    <p:embeddedFont>
      <p:font typeface="Red Hat Text Medium"/>
      <p:regular r:id="rId133"/>
      <p:bold r:id="rId134"/>
      <p:italic r:id="rId135"/>
      <p:boldItalic r:id="rId136"/>
    </p:embeddedFont>
    <p:embeddedFont>
      <p:font typeface="Red Hat Display Medium"/>
      <p:regular r:id="rId137"/>
      <p:bold r:id="rId138"/>
      <p:italic r:id="rId139"/>
      <p:boldItalic r:id="rId140"/>
    </p:embeddedFont>
    <p:embeddedFont>
      <p:font typeface="Overpass"/>
      <p:regular r:id="rId141"/>
      <p:bold r:id="rId142"/>
      <p:italic r:id="rId143"/>
      <p:boldItalic r:id="rId144"/>
    </p:embeddedFont>
    <p:embeddedFont>
      <p:font typeface="Red Hat Display"/>
      <p:regular r:id="rId145"/>
      <p:bold r:id="rId146"/>
      <p:italic r:id="rId147"/>
      <p:boldItalic r:id="rId148"/>
    </p:embeddedFont>
    <p:embeddedFont>
      <p:font typeface="Red Hat Text"/>
      <p:regular r:id="rId149"/>
      <p:bold r:id="rId150"/>
      <p:italic r:id="rId151"/>
      <p:boldItalic r:id="rId152"/>
    </p:embeddedFont>
    <p:embeddedFont>
      <p:font typeface="Red Hat Mono"/>
      <p:regular r:id="rId153"/>
      <p:bold r:id="rId154"/>
      <p:italic r:id="rId155"/>
      <p:boldItalic r:id="rId156"/>
    </p:embeddedFont>
    <p:embeddedFont>
      <p:font typeface="Red Hat Mono Medium"/>
      <p:regular r:id="rId157"/>
      <p:bold r:id="rId158"/>
      <p:italic r:id="rId159"/>
      <p:boldItalic r:id="rId1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55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77FB2D-7A04-4C0B-9559-631B63EA856E}">
  <a:tblStyle styleId="{0977FB2D-7A04-4C0B-9559-631B63EA85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55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Relationship Id="rId50" Type="http://schemas.openxmlformats.org/officeDocument/2006/relationships/slide" Target="slides/slide13.xml"/><Relationship Id="rId51" Type="http://schemas.openxmlformats.org/officeDocument/2006/relationships/slide" Target="slides/slide14.xml"/><Relationship Id="rId52" Type="http://schemas.openxmlformats.org/officeDocument/2006/relationships/slide" Target="slides/slide15.xml"/><Relationship Id="rId53" Type="http://schemas.openxmlformats.org/officeDocument/2006/relationships/slide" Target="slides/slide16.xml"/><Relationship Id="rId54" Type="http://schemas.openxmlformats.org/officeDocument/2006/relationships/slide" Target="slides/slide17.xml"/><Relationship Id="rId55" Type="http://schemas.openxmlformats.org/officeDocument/2006/relationships/slide" Target="slides/slide18.xml"/><Relationship Id="rId56" Type="http://schemas.openxmlformats.org/officeDocument/2006/relationships/slide" Target="slides/slide19.xml"/><Relationship Id="rId57" Type="http://schemas.openxmlformats.org/officeDocument/2006/relationships/slide" Target="slides/slide20.xml"/><Relationship Id="rId58" Type="http://schemas.openxmlformats.org/officeDocument/2006/relationships/slide" Target="slides/slide21.xml"/><Relationship Id="rId133" Type="http://schemas.openxmlformats.org/officeDocument/2006/relationships/font" Target="fonts/RedHatTextMedium-regular.fntdata"/><Relationship Id="rId134" Type="http://schemas.openxmlformats.org/officeDocument/2006/relationships/font" Target="fonts/RedHatTextMedium-bold.fntdata"/><Relationship Id="rId135" Type="http://schemas.openxmlformats.org/officeDocument/2006/relationships/font" Target="fonts/RedHatTextMedium-italic.fntdata"/><Relationship Id="rId136" Type="http://schemas.openxmlformats.org/officeDocument/2006/relationships/font" Target="fonts/RedHatTextMedium-boldItalic.fntdata"/><Relationship Id="rId137" Type="http://schemas.openxmlformats.org/officeDocument/2006/relationships/font" Target="fonts/RedHatDisplayMedium-regular.fntdata"/><Relationship Id="rId138" Type="http://schemas.openxmlformats.org/officeDocument/2006/relationships/font" Target="fonts/RedHatDisplayMedium-bold.fntdata"/><Relationship Id="rId139" Type="http://schemas.openxmlformats.org/officeDocument/2006/relationships/font" Target="fonts/RedHatDisplayMedium-italic.fntdata"/><Relationship Id="rId140" Type="http://schemas.openxmlformats.org/officeDocument/2006/relationships/font" Target="fonts/RedHatDisplayMedium-boldItalic.fntdata"/><Relationship Id="rId141" Type="http://schemas.openxmlformats.org/officeDocument/2006/relationships/font" Target="fonts/Overpass-regular.fntdata"/><Relationship Id="rId142" Type="http://schemas.openxmlformats.org/officeDocument/2006/relationships/font" Target="fonts/Overpass-bold.fntdata"/><Relationship Id="rId143" Type="http://schemas.openxmlformats.org/officeDocument/2006/relationships/font" Target="fonts/Overpass-italic.fntdata"/><Relationship Id="rId144" Type="http://schemas.openxmlformats.org/officeDocument/2006/relationships/font" Target="fonts/Overpass-boldItalic.fntdata"/><Relationship Id="rId145" Type="http://schemas.openxmlformats.org/officeDocument/2006/relationships/font" Target="fonts/RedHatDisplay-regular.fntdata"/><Relationship Id="rId146" Type="http://schemas.openxmlformats.org/officeDocument/2006/relationships/font" Target="fonts/RedHatDisplay-bold.fntdata"/><Relationship Id="rId147" Type="http://schemas.openxmlformats.org/officeDocument/2006/relationships/font" Target="fonts/RedHatDisplay-italic.fntdata"/><Relationship Id="rId148" Type="http://schemas.openxmlformats.org/officeDocument/2006/relationships/font" Target="fonts/RedHatDisplay-boldItalic.fntdata"/><Relationship Id="rId149" Type="http://schemas.openxmlformats.org/officeDocument/2006/relationships/font" Target="fonts/RedHatText-regular.fntdata"/><Relationship Id="rId150" Type="http://schemas.openxmlformats.org/officeDocument/2006/relationships/font" Target="fonts/RedHatText-bold.fntdata"/><Relationship Id="rId151" Type="http://schemas.openxmlformats.org/officeDocument/2006/relationships/font" Target="fonts/RedHatText-italic.fntdata"/><Relationship Id="rId152" Type="http://schemas.openxmlformats.org/officeDocument/2006/relationships/font" Target="fonts/RedHatText-boldItalic.fntdata"/><Relationship Id="rId153" Type="http://schemas.openxmlformats.org/officeDocument/2006/relationships/font" Target="fonts/RedHatMono-regular.fntdata"/><Relationship Id="rId154" Type="http://schemas.openxmlformats.org/officeDocument/2006/relationships/font" Target="fonts/RedHatMono-bold.fntdata"/><Relationship Id="rId155" Type="http://schemas.openxmlformats.org/officeDocument/2006/relationships/font" Target="fonts/RedHatMono-italic.fntdata"/><Relationship Id="rId156" Type="http://schemas.openxmlformats.org/officeDocument/2006/relationships/font" Target="fonts/RedHatMono-boldItalic.fntdata"/><Relationship Id="rId157" Type="http://schemas.openxmlformats.org/officeDocument/2006/relationships/font" Target="fonts/RedHatMonoMedium-regular.fntdata"/><Relationship Id="rId158" Type="http://schemas.openxmlformats.org/officeDocument/2006/relationships/font" Target="fonts/RedHatMonoMedium-bold.fntdata"/><Relationship Id="rId159" Type="http://schemas.openxmlformats.org/officeDocument/2006/relationships/font" Target="fonts/RedHatMonoMedium-italic.fntdata"/><Relationship Id="rId160" Type="http://schemas.openxmlformats.org/officeDocument/2006/relationships/font" Target="fonts/RedHatMonoMedium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EE0000"/>
            </a:solidFill>
          </c:spPr>
          <c:cat>
            <c:strRef>
              <c:f>Sheet1!$A$2:$A$13</c:f>
              <c:strCache>
                <c:ptCount val="12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  <c:pt idx="10">
                  <c:v>Jan</c:v>
                </c:pt>
                <c:pt idx="11">
                  <c:v>Feb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380</c:v>
                </c:pt>
                <c:pt idx="1">
                  <c:v>420</c:v>
                </c:pt>
                <c:pt idx="2">
                  <c:v>490</c:v>
                </c:pt>
                <c:pt idx="3">
                  <c:v>510</c:v>
                </c:pt>
                <c:pt idx="4">
                  <c:v>530</c:v>
                </c:pt>
                <c:pt idx="5">
                  <c:v>500</c:v>
                </c:pt>
                <c:pt idx="6">
                  <c:v>480</c:v>
                </c:pt>
                <c:pt idx="7">
                  <c:v>520</c:v>
                </c:pt>
                <c:pt idx="8">
                  <c:v>510</c:v>
                </c:pt>
                <c:pt idx="9">
                  <c:v>460</c:v>
                </c:pt>
                <c:pt idx="10">
                  <c:v>490</c:v>
                </c:pt>
                <c:pt idx="11">
                  <c:v>510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EE0000"/>
            </a:solidFill>
          </c:spPr>
          <c:cat>
            <c:strRef>
              <c:f>Sheet1!$A$2:$A$7</c:f>
              <c:strCache>
                <c:ptCount val="6"/>
                <c:pt idx="0">
                  <c:v>Configuration</c:v>
                </c:pt>
                <c:pt idx="1">
                  <c:v>Access</c:v>
                </c:pt>
                <c:pt idx="2">
                  <c:v>Data</c:v>
                </c:pt>
                <c:pt idx="3">
                  <c:v>Permissions</c:v>
                </c:pt>
                <c:pt idx="4">
                  <c:v>Workflow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20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23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Previous Steps</c:v>
                </c:pt>
              </c:strCache>
            </c:strRef>
          </c:tx>
          <c:spPr>
            <a:solidFill>
              <a:srgbClr val="EE0000"/>
            </a:solidFill>
          </c:spPr>
          <c:cat>
            <c:strRef>
              <c:f>Sheet1!$A$2:$A$5</c:f>
              <c:strCache>
                <c:ptCount val="4"/>
                <c:pt idx="0">
                  <c:v>Lookup (now)</c:v>
                </c:pt>
                <c:pt idx="1">
                  <c:v>+ Jira Responses</c:v>
                </c:pt>
                <c:pt idx="2">
                  <c:v>+ Tier 1 Technician</c:v>
                </c:pt>
                <c:pt idx="3">
                  <c:v>+ KB Maintenance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17000</c:v>
                </c:pt>
                <c:pt idx="2">
                  <c:v>44000</c:v>
                </c:pt>
                <c:pt idx="3">
                  <c:v>90000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Value Added</c:v>
                </c:pt>
              </c:strCache>
            </c:strRef>
          </c:tx>
          <c:spPr>
            <a:solidFill>
              <a:srgbClr val="5F0000"/>
            </a:solidFill>
          </c:spPr>
          <c:cat>
            <c:strRef>
              <c:f>Sheet1!$A$2:$A$5</c:f>
              <c:strCache>
                <c:ptCount val="4"/>
                <c:pt idx="0">
                  <c:v>Lookup (now)</c:v>
                </c:pt>
                <c:pt idx="1">
                  <c:v>+ Jira Responses</c:v>
                </c:pt>
                <c:pt idx="2">
                  <c:v>+ Tier 1 Technician</c:v>
                </c:pt>
                <c:pt idx="3">
                  <c:v>+ KB Maintenance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17000</c:v>
                </c:pt>
                <c:pt idx="1">
                  <c:v>27000</c:v>
                </c:pt>
                <c:pt idx="2">
                  <c:v>46000</c:v>
                </c:pt>
                <c:pt idx="3">
                  <c:v>10000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EE0000"/>
            </a:solidFill>
          </c:spPr>
          <c:cat>
            <c:strRef>
              <c:f>Sheet1!$A$2:$A$7</c:f>
              <c:strCache>
                <c:ptCount val="6"/>
                <c:pt idx="0">
                  <c:v>Fully Automated AI</c:v>
                </c:pt>
                <c:pt idx="1">
                  <c:v>Self-Service</c:v>
                </c:pt>
                <c:pt idx="2">
                  <c:v>AI-Assisted Agent</c:v>
                </c:pt>
                <c:pt idx="3">
                  <c:v>Tier 1 (Agent)</c:v>
                </c:pt>
                <c:pt idx="4">
                  <c:v>Tier 2 (Desktop)</c:v>
                </c:pt>
                <c:pt idx="5">
                  <c:v>Tier 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1.25</c:v>
                </c:pt>
                <c:pt idx="1">
                  <c:v>2</c:v>
                </c:pt>
                <c:pt idx="2">
                  <c:v>5.5</c:v>
                </c:pt>
                <c:pt idx="3">
                  <c:v>22</c:v>
                </c:pt>
                <c:pt idx="4">
                  <c:v>70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slide. Set the context: this is a working system, not a proposal.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aren't help desk staff — they're senior technical staff answering routine JIRACONFSD tickets. Every hour on tickets is an hour not spent on infrastructure, development, and platform work.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team is good at their jobs — the process is the bottleneck. They need better tools, not more hours.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isn't a 'build it and hope' plan. Steps 1-3 are already working. 6,039 tickets classified, 5 FAQ entries generated, gap analysis complete. Each step proves itself before we move to the next.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step is fully automated. The only human touchpoint is reviewing drafts before publishing — which is what we want. Humans approve, the system does the work.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the agent gets help in Slack. Next, they get a draft response right on the ticket. Eventually, the system sends the response directly for known, high-confidence issues.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aren't projections — this is actual data from the running system. 99.6% means virtually every ticket is categorized. The 7 missing themes are topics that 6,000 tickets surfaced but the existing FAQ doesn't cover.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8x is the floor — it only counts lookup time. Complex categories take hours per ticket. As we move through the steps, each one compounds. By Step 5, 30% of tickets never reach an agent. The total value at maturity is ~$100K/year on the same $2,160 infrastructure.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number here is conservative. '5 min saved' is a floor. '30% auto-resolution' is modest — mature systems do 40-60%. Ticket volume will grow post-cutover, which multiplies everything.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end-state — a system that handles routine tickets autonomously. We start conservative: drafts go to agents first. As accuracy proves out, it graduates to auto-send for high-confidence categories.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3 hours 9 minutes stat is striking — that's not resolution time, that's how much productive work the employee loses on a single ticket. Multiply that by 492 tickets a month.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tone is a configuration choice, not hardcoded. The team can adjust how friendly, how detailed, and how formal the responses are. The technician gets better at sounding like the team over time.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them with three things: it's built, it's cheap, and every day without it costs more than deploying it. Risk is near zero because it starts in draft mode.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MetricNet 2024, Industry analysis 2025, Stanford-MIT research, Freshworks, Salesforce, Zendesk.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 pod deployment. Minimal infrastructure footprint. All AI processing via managed Vertex AI — no GPU infrastructure to manage.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PII is stripped before any data reaches the AI model. The system is designed to be GDPR-compliant by default.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service costs less than 3 agent seats per year. A single FTE costs 34x more.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service handles growth at fixed cost. People scale linearly.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starts in draft-only mode. Auto-send is only enabled per-category after accuracy is proven with real data. Thresholds are calibrated weekly.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Relationship Id="rId3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0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1.png"/><Relationship Id="rId3" Type="http://schemas.openxmlformats.org/officeDocument/2006/relationships/image" Target="../media/image1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1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pn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png"/><Relationship Id="rId3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0.png"/><Relationship Id="rId3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Relationship Id="rId3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0.png"/><Relationship Id="rId3" Type="http://schemas.openxmlformats.org/officeDocument/2006/relationships/image" Target="../media/image28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4.png"/><Relationship Id="rId3" Type="http://schemas.openxmlformats.org/officeDocument/2006/relationships/image" Target="../media/image2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4.png"/><Relationship Id="rId3" Type="http://schemas.openxmlformats.org/officeDocument/2006/relationships/image" Target="../media/image2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Relationship Id="rId3" Type="http://schemas.openxmlformats.org/officeDocument/2006/relationships/image" Target="../media/image2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8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0.png"/><Relationship Id="rId3" Type="http://schemas.openxmlformats.org/officeDocument/2006/relationships/image" Target="../media/image5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0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0.png"/><Relationship Id="rId3" Type="http://schemas.openxmlformats.org/officeDocument/2006/relationships/image" Target="../media/image28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1.png"/><Relationship Id="rId3" Type="http://schemas.openxmlformats.org/officeDocument/2006/relationships/image" Target="../media/image28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2.png"/><Relationship Id="rId3" Type="http://schemas.openxmlformats.org/officeDocument/2006/relationships/image" Target="../media/image28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2.png"/><Relationship Id="rId3" Type="http://schemas.openxmlformats.org/officeDocument/2006/relationships/image" Target="../media/image28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0.png"/><Relationship Id="rId3" Type="http://schemas.openxmlformats.org/officeDocument/2006/relationships/image" Target="../media/image28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28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8.pn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5.png"/><Relationship Id="rId3" Type="http://schemas.openxmlformats.org/officeDocument/2006/relationships/image" Target="../media/image28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5.png"/><Relationship Id="rId3" Type="http://schemas.openxmlformats.org/officeDocument/2006/relationships/image" Target="../media/image28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7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8.png"/><Relationship Id="rId3" Type="http://schemas.openxmlformats.org/officeDocument/2006/relationships/image" Target="../media/image28.pn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28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8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32" name="Google Shape;32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292929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42" name="Google Shape;4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292929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5" name="Google Shape;55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6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7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4" name="Google Shape;74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8" name="Google Shape;78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pic>
        <p:nvPicPr>
          <p:cNvPr id="82" name="Google Shape;82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6" name="Google Shape;86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0" name="Google Shape;9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96" name="Google Shape;9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0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1" name="Google Shape;101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0" name="Google Shape;110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2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13" name="Google Shape;113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8" name="Google Shape;118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0" name="Google Shape;120;p1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25" name="Google Shape;125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4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4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1" name="Google Shape;131;p14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14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36" name="Google Shape;136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1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7" name="Google Shape;157;p1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2" name="Google Shape;162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7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70" name="Google Shape;170;p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9" name="Google Shape;179;p1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9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90" name="Google Shape;190;p19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91" name="Google Shape;191;p19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93" name="Google Shape;193;p19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0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205" name="Google Shape;205;p20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07" name="Google Shape;207;p20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7" name="Google Shape;217;p21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8" name="Google Shape;218;p21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19" name="Google Shape;219;p21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1" name="Google Shape;221;p21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4" name="Google Shape;224;p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232" name="Google Shape;232;p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2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23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2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47" name="Google Shape;247;p24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0" name="Google Shape;250;p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7" name="Google Shape;257;p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66" name="Google Shape;266;p26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76" name="Google Shape;276;p27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79" name="Google Shape;279;p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2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4" name="Google Shape;284;p28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8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86" name="Google Shape;286;p28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" name="Google Shape;287;p28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2" name="Google Shape;292;p2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96" name="Google Shape;296;p29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00" name="Google Shape;300;p29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02" name="Google Shape;302;p29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p30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6" name="Google Shape;306;p30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07" name="Google Shape;307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0" name="Google Shape;310;p3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2" name="Google Shape;312;p30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0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4" name="Google Shape;314;p30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5" name="Google Shape;315;p30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16" name="Google Shape;316;p30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7" name="Google Shape;317;p30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18" name="Google Shape;318;p30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20" name="Google Shape;320;p30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22" name="Google Shape;322;p30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26" name="Google Shape;326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3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1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31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32" name="Google Shape;332;p31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33" name="Google Shape;333;p31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4" name="Google Shape;334;p31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35" name="Google Shape;335;p31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37" name="Google Shape;337;p31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39" name="Google Shape;339;p31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46" name="Google Shape;346;p32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47" name="Google Shape;347;p32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50" name="Google Shape;350;p32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1" name="Google Shape;351;p32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352" name="Google Shape;352;p32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3" name="Google Shape;353;p3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54" name="Google Shape;354;p32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6" name="Google Shape;356;p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9" name="Google Shape;359;p3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62" name="Google Shape;362;p33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3" name="Google Shape;363;p33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4" name="Google Shape;364;p33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5" name="Google Shape;365;p33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6" name="Google Shape;366;p33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7" name="Google Shape;367;p33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368" name="Google Shape;368;p33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69" name="Google Shape;369;p3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370" name="Google Shape;370;p33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Google Shape;372;p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5" name="Google Shape;375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78" name="Google Shape;378;p34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79" name="Google Shape;379;p34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0" name="Google Shape;380;p34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1" name="Google Shape;381;p34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4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4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4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4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4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4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4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4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4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4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4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4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4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4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4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4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4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4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4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4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4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4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4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4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4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4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4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4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4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4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4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4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4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4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4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4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4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4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4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4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4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4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4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4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4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4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4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4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4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4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4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4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4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4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4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4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4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4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4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4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4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4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4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4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4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4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4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4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4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4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4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4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4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4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4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4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4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4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4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4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4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4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4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4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4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4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4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4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4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4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4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4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4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4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4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4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4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4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4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4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4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4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4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4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4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4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4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4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4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4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4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4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4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4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4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4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4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4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4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4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4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4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4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4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4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82" name="Google Shape;582;p3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583" name="Google Shape;583;p34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3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90" name="Google Shape;590;p35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5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92" name="Google Shape;592;p35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93" name="Google Shape;593;p35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4" name="Google Shape;594;p35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5" name="Google Shape;595;p35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596" name="Google Shape;596;p35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597" name="Google Shape;597;p35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pic>
        <p:nvPicPr>
          <p:cNvPr id="598" name="Google Shape;5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03" name="Google Shape;603;p3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5" name="Google Shape;605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8" name="Google Shape;608;p3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10" name="Google Shape;610;p36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11" name="Google Shape;611;p36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12" name="Google Shape;612;p36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13" name="Google Shape;613;p36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614" name="Google Shape;614;p36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15" name="Google Shape;6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6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19" name="Google Shape;619;p36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22" name="Google Shape;622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5" name="Google Shape;625;p3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7" name="Google Shape;627;p37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28" name="Google Shape;628;p37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629" name="Google Shape;6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1" name="Google Shape;631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4" name="Google Shape;634;p3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6" name="Google Shape;636;p38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37" name="Google Shape;637;p38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8" name="Google Shape;638;p38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39" name="Google Shape;639;p38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0" name="Google Shape;640;p38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41" name="Google Shape;641;p38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2" name="Google Shape;642;p38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43" name="Google Shape;643;p38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4" name="Google Shape;644;p38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5" name="Google Shape;645;p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46" name="Google Shape;646;p38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8" name="Google Shape;648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0" name="Google Shape;650;p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53" name="Google Shape;653;p39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39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39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56" name="Google Shape;656;p39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57" name="Google Shape;657;p39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8" name="Google Shape;658;p39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59" name="Google Shape;659;p39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0" name="Google Shape;660;p39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61" name="Google Shape;661;p39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2" name="Google Shape;662;p39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63" name="Google Shape;663;p39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4" name="Google Shape;664;p39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5" name="Google Shape;665;p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66" name="Google Shape;666;p39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0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670" name="Google Shape;670;p4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71" name="Google Shape;671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4" name="Google Shape;674;p4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0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6" name="Google Shape;676;p40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77" name="Google Shape;677;p40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8" name="Google Shape;678;p40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79" name="Google Shape;679;p40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0" name="Google Shape;680;p40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81" name="Google Shape;681;p40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3" name="Google Shape;683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6" name="Google Shape;686;p4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88" name="Google Shape;688;p41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1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90" name="Google Shape;690;p41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1" name="Google Shape;691;p41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92" name="Google Shape;692;p41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3" name="Google Shape;693;p41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94" name="Google Shape;694;p41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5" name="Google Shape;695;p41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696" name="Google Shape;696;p4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7" name="Google Shape;697;p4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698" name="Google Shape;698;p4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0" name="Google Shape;700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3" name="Google Shape;703;p4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4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5" name="Google Shape;705;p42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/>
            </a:lvl9pPr>
          </a:lstStyle>
          <a:p/>
        </p:txBody>
      </p:sp>
      <p:sp>
        <p:nvSpPr>
          <p:cNvPr id="706" name="Google Shape;706;p42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07" name="Google Shape;707;p4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708" name="Google Shape;708;p42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0" name="Google Shape;710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3" name="Google Shape;713;p4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3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6" name="Google Shape;716;p4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17" name="Google Shape;717;p4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718" name="Google Shape;718;p4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4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21" name="Google Shape;721;p4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2" name="Google Shape;722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4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5" name="Google Shape;725;p4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5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9" name="Google Shape;729;p45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30" name="Google Shape;730;p45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731" name="Google Shape;731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2" name="Google Shape;732;p45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3" name="Google Shape;733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4" name="Google Shape;73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45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8" name="Google Shape;738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4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40" name="Google Shape;740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1" name="Google Shape;741;p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2" name="Google Shape;742;p4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4" name="Google Shape;744;p46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45" name="Google Shape;745;p46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46" name="Google Shape;746;p46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8" name="Google Shape;748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4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50" name="Google Shape;750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2" name="Google Shape;752;p4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4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4" name="Google Shape;754;p47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 rtl="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 rtl="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755" name="Google Shape;755;p47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9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9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4" name="Google Shape;764;p49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5" name="Google Shape;765;p49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66" name="Google Shape;766;p49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67" name="Google Shape;767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9" name="Google Shape;7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0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0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3" name="Google Shape;773;p50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4" name="Google Shape;77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50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79" name="Google Shape;779;p50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0" name="Google Shape;780;p50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1" name="Google Shape;781;p50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82" name="Google Shape;782;p50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5" name="Google Shape;785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B0D33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1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1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51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1" name="Google Shape;791;p51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2" name="Google Shape;792;p51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93" name="Google Shape;79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4" name="Google Shape;794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 1">
  <p:cSld name="TITLE_2_1">
    <p:bg>
      <p:bgPr>
        <a:solidFill>
          <a:schemeClr val="dk1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2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8" name="Google Shape;798;p52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2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0" name="Google Shape;800;p52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1" name="Google Shape;801;p52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2" name="Google Shape;802;p52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03" name="Google Shape;80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4" name="Google Shape;804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1B0D33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3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08" name="Google Shape;808;p53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53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10" name="Google Shape;810;p5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5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2" name="Google Shape;812;p5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</a:t>
            </a: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3" name="Google Shape;813;p5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4" name="Google Shape;814;p5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15" name="Google Shape;815;p5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8" name="Google Shape;81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 1">
  <p:cSld name="TITLE_1_1_2">
    <p:bg>
      <p:bgPr>
        <a:solidFill>
          <a:schemeClr val="dk1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5" name="Google Shape;825;p54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4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27" name="Google Shape;827;p54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8" name="Google Shape;828;p54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9" name="Google Shape;829;p54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</a:t>
            </a: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@redhat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0" name="Google Shape;830;p54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31" name="Google Shape;831;p54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832" name="Google Shape;832;p54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5" name="Google Shape;83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5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5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5" name="Google Shape;84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6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9" name="Google Shape;849;p56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0" name="Google Shape;850;p56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51" name="Google Shape;851;p56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52" name="Google Shape;852;p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7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56" name="Google Shape;856;p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8" name="Google Shape;858;p5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59" name="Google Shape;859;p57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860" name="Google Shape;860;p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1" name="Google Shape;86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64" name="Google Shape;864;p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67" name="Google Shape;867;p58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8" name="Google Shape;868;p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9" name="Google Shape;86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1" name="Google Shape;871;p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5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74" name="Google Shape;874;p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5" name="Google Shape;875;p59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76" name="Google Shape;87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0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79" name="Google Shape;879;p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1" name="Google Shape;881;p6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82" name="Google Shape;882;p60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883" name="Google Shape;883;p60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4" name="Google Shape;884;p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5" name="Google Shape;8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1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88" name="Google Shape;888;p6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6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61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91" name="Google Shape;891;p6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2" name="Google Shape;89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2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95" name="Google Shape;895;p62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896" name="Google Shape;896;p6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6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98" name="Google Shape;898;p6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9" name="Google Shape;899;p6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0" name="Google Shape;900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3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03" name="Google Shape;903;p6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63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905" name="Google Shape;905;p6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6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7" name="Google Shape;907;p63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8" name="Google Shape;908;p63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9" name="Google Shape;909;p63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0" name="Google Shape;910;p63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1" name="Google Shape;91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914" name="Google Shape;914;p6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64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916" name="Google Shape;916;p6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6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8" name="Google Shape;918;p64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9" name="Google Shape;91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64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1" name="Google Shape;921;p64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2" name="Google Shape;922;p64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3" name="Google Shape;923;p64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24" name="Google Shape;924;p64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25" name="Google Shape;925;p64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926" name="Google Shape;92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5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32" name="Google Shape;932;p65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3" name="Google Shape;933;p65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934" name="Google Shape;934;p65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37" name="Google Shape;937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6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40" name="Google Shape;940;p6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66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6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6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44" name="Google Shape;944;p6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5" name="Google Shape;94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948" name="Google Shape;948;p6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6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6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1" name="Google Shape;951;p6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2" name="Google Shape;952;p6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53" name="Google Shape;953;p67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54" name="Google Shape;954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57" name="Google Shape;957;p6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6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6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0" name="Google Shape;960;p6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1" name="Google Shape;961;p68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8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8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8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68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8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67" name="Google Shape;967;p68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68" name="Google Shape;968;p68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69" name="Google Shape;969;p6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70" name="Google Shape;970;p68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71" name="Google Shape;971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3" name="Google Shape;973;p6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6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6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6" name="Google Shape;976;p6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7" name="Google Shape;977;p69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9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9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9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9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982" name="Google Shape;982;p6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83" name="Google Shape;983;p6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84" name="Google Shape;984;p6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85" name="Google Shape;985;p69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pic>
        <p:nvPicPr>
          <p:cNvPr id="986" name="Google Shape;986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8" name="Google Shape;988;p7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7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7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1" name="Google Shape;991;p7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92" name="Google Shape;99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0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94" name="Google Shape;994;p70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95" name="Google Shape;995;p70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996" name="Google Shape;996;p70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97" name="Google Shape;997;p7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998" name="Google Shape;998;p70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999" name="Google Shape;9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02" name="Google Shape;1002;p7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7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7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5" name="Google Shape;1005;p7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006" name="Google Shape;1006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09" name="Google Shape;1009;p7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1010" name="Google Shape;1010;p7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7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2" name="Google Shape;1012;p7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3" name="Google Shape;1013;p72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14" name="Google Shape;1014;p72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5" name="Google Shape;1015;p72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16" name="Google Shape;1016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8" name="Google Shape;1018;p7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7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7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1" name="Google Shape;1021;p7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2" name="Google Shape;1022;p73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23" name="Google Shape;1023;p7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24" name="Google Shape;1024;p73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25" name="Google Shape;1025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28" name="Google Shape;1028;p7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7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7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1" name="Google Shape;1031;p7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74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033" name="Google Shape;1033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5" name="Google Shape;1035;p7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7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7" name="Google Shape;1037;p7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8" name="Google Shape;1038;p7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9" name="Google Shape;1039;p75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040" name="Google Shape;1040;p75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041" name="Google Shape;1041;p75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42" name="Google Shape;1042;p7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43" name="Google Shape;1043;p75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44" name="Google Shape;1044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6" name="Google Shape;1046;p7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7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8" name="Google Shape;1048;p7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9" name="Google Shape;1049;p7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0" name="Google Shape;1050;p76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051" name="Google Shape;1051;p7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52" name="Google Shape;1052;p7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53" name="Google Shape;1053;p7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54" name="Google Shape;1054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057" name="Google Shape;1057;p7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7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9" name="Google Shape;1059;p7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0" name="Google Shape;1060;p77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61" name="Google Shape;1061;p77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77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063" name="Google Shape;1063;p77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64" name="Google Shape;1064;p77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1065" name="Google Shape;1065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7" name="Google Shape;1067;p7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7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9" name="Google Shape;1069;p7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0" name="Google Shape;1070;p7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1" name="Google Shape;1071;p78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2" name="Google Shape;1072;p78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073" name="Google Shape;1073;p78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74" name="Google Shape;1074;p78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75" name="Google Shape;1075;p78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6" name="Google Shape;1076;p78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077" name="Google Shape;1077;p78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78" name="Google Shape;1078;p7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79" name="Google Shape;1079;p78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080" name="Google Shape;1080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9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3" name="Google Shape;1083;p79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84" name="Google Shape;1084;p79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085" name="Google Shape;1085;p7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7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7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8" name="Google Shape;1088;p79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89" name="Google Shape;1089;p79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79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91" name="Google Shape;1091;p79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2" name="Google Shape;1092;p79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093" name="Google Shape;1093;p79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4" name="Google Shape;1094;p79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095" name="Google Shape;1095;p79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6" name="Google Shape;1096;p79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097" name="Google Shape;1097;p79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98" name="Google Shape;1098;p7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099" name="Google Shape;1099;p79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00" name="Google Shape;1100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0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03" name="Google Shape;1103;p80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04" name="Google Shape;1104;p8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6" name="Google Shape;1106;p8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7" name="Google Shape;1107;p80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8" name="Google Shape;1108;p80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109" name="Google Shape;1109;p80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10" name="Google Shape;1110;p80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1" name="Google Shape;1111;p80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12" name="Google Shape;1112;p80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3" name="Google Shape;1113;p80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14" name="Google Shape;1114;p80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15" name="Google Shape;1115;p8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116" name="Google Shape;1116;p80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17" name="Google Shape;1117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9" name="Google Shape;1119;p8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8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8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2" name="Google Shape;1122;p8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23" name="Google Shape;1123;p81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24" name="Google Shape;1124;p81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25" name="Google Shape;1125;p81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26" name="Google Shape;1126;p81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27" name="Google Shape;1127;p81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28" name="Google Shape;1128;p81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129" name="Google Shape;1129;p81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30" name="Google Shape;1130;p8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131" name="Google Shape;1131;p81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32" name="Google Shape;1132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4" name="Google Shape;1134;p8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8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8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7" name="Google Shape;1137;p8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8" name="Google Shape;1138;p82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39" name="Google Shape;1139;p82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0" name="Google Shape;1140;p82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1" name="Google Shape;1141;p82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2" name="Google Shape;1142;p82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3" name="Google Shape;1143;p82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4" name="Google Shape;1144;p82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145" name="Google Shape;1145;p82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46" name="Google Shape;1146;p8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147" name="Google Shape;1147;p82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148" name="Google Shape;1148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0" name="Google Shape;1150;p8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8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8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3" name="Google Shape;1153;p8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4" name="Google Shape;1154;p83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155" name="Google Shape;1155;p83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6" name="Google Shape;1156;p83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157" name="Google Shape;1157;p83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8" name="Google Shape;1158;p83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83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83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83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3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3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83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83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83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83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83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3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3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83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83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83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83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83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83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83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83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3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83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3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3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3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3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3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83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83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83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3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83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83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83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83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3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3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83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83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83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3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83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83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83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83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83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3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83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3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83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83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83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3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83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83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83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3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3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3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83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83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83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83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83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83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83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83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83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83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3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83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83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83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83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83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3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83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3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3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3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3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3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3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3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3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3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83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3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83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3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83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83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83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83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83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83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83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83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3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3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83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83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3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83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83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83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83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83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83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83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3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3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83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83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83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83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83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83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3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3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3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83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83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83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83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83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83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83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83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83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83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83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83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83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3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3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83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83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83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83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83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83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3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83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83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83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83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83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83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83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83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83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83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3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3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83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83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83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83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83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83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3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83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3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83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83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83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83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83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83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3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83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83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83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83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83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83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83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83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3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83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83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83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83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83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83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83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83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83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83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83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83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83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83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83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83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83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83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83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83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59" name="Google Shape;1359;p8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360" name="Google Shape;1360;p83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61" name="Google Shape;1361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3" name="Google Shape;1363;p8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8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5" name="Google Shape;1365;p8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6" name="Google Shape;1366;p8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367" name="Google Shape;1367;p84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84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9" name="Google Shape;1369;p84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70" name="Google Shape;1370;p84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71" name="Google Shape;1371;p84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72" name="Google Shape;1372;p84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373" name="Google Shape;1373;p84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74" name="Google Shape;1374;p84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pic>
        <p:nvPicPr>
          <p:cNvPr id="1375" name="Google Shape;1375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84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79" name="Google Shape;1379;p8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380" name="Google Shape;1380;p84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81" name="Google Shape;138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3" name="Google Shape;1383;p8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8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5" name="Google Shape;1385;p8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6" name="Google Shape;1386;p8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387" name="Google Shape;1387;p85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88" name="Google Shape;1388;p85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89" name="Google Shape;1389;p85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90" name="Google Shape;1390;p85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91" name="Google Shape;1391;p85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92" name="Google Shape;1392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85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95" name="Google Shape;1395;p8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396" name="Google Shape;1396;p85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397" name="Google Shape;139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8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400" name="Google Shape;1400;p8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1" name="Google Shape;1401;p8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2" name="Google Shape;1402;p8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3" name="Google Shape;1403;p8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4" name="Google Shape;1404;p86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05" name="Google Shape;1405;p86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1406" name="Google Shape;1406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9" name="Google Shape;1409;p8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8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8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2" name="Google Shape;1412;p8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3" name="Google Shape;1413;p87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14" name="Google Shape;1414;p87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15" name="Google Shape;1415;p87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16" name="Google Shape;1416;p87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17" name="Google Shape;1417;p87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18" name="Google Shape;1418;p87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19" name="Google Shape;1419;p87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20" name="Google Shape;1420;p87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21" name="Google Shape;1421;p87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22" name="Google Shape;1422;p8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23" name="Google Shape;1423;p87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24" name="Google Shape;1424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6" name="Google Shape;1426;p8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8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8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9" name="Google Shape;1429;p8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30" name="Google Shape;1430;p88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88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32" name="Google Shape;1432;p88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33" name="Google Shape;1433;p88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34" name="Google Shape;1434;p88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5" name="Google Shape;1435;p88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36" name="Google Shape;1436;p88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7" name="Google Shape;1437;p88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38" name="Google Shape;1438;p88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39" name="Google Shape;1439;p88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40" name="Google Shape;1440;p88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41" name="Google Shape;1441;p88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42" name="Google Shape;1442;p8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43" name="Google Shape;1443;p88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44" name="Google Shape;1444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89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47" name="Google Shape;1447;p89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448" name="Google Shape;1448;p89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449" name="Google Shape;1449;p8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8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1" name="Google Shape;1451;p8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2" name="Google Shape;1452;p89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3" name="Google Shape;1453;p89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54" name="Google Shape;1454;p89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55" name="Google Shape;1455;p89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56" name="Google Shape;1456;p89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57" name="Google Shape;1457;p89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58" name="Google Shape;1458;p89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459" name="Google Shape;145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1" name="Google Shape;1461;p9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9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9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4" name="Google Shape;1464;p9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65" name="Google Shape;1465;p90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90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67" name="Google Shape;1467;p90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68" name="Google Shape;1468;p90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69" name="Google Shape;1469;p90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0" name="Google Shape;1470;p90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71" name="Google Shape;1471;p90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2" name="Google Shape;1472;p90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473" name="Google Shape;1473;p90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74" name="Google Shape;1474;p9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75" name="Google Shape;1475;p90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76" name="Google Shape;1476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8" name="Google Shape;1478;p9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9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0" name="Google Shape;1480;p9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1" name="Google Shape;1481;p9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2" name="Google Shape;1482;p91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/>
            </a:lvl9pPr>
          </a:lstStyle>
          <a:p/>
        </p:txBody>
      </p:sp>
      <p:sp>
        <p:nvSpPr>
          <p:cNvPr id="1483" name="Google Shape;1483;p91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84" name="Google Shape;1484;p9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85" name="Google Shape;1485;p91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86" name="Google Shape;148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8" name="Google Shape;1488;p9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9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9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1" name="Google Shape;1491;p9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2" name="Google Shape;1492;p92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93" name="Google Shape;1493;p92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494" name="Google Shape;1494;p9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495" name="Google Shape;1495;p92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496" name="Google Shape;1496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93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1499" name="Google Shape;1499;p9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00" name="Google Shape;1500;p9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9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9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3" name="Google Shape;1503;p9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504" name="Google Shape;1504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94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7" name="Google Shape;1507;p94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8" name="Google Shape;1508;p94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1509" name="Google Shape;1509;p9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94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11" name="Google Shape;1511;p9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9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3" name="Google Shape;1513;p94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14" name="Google Shape;1514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6" name="Google Shape;1516;p9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7" name="Google Shape;1517;p9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18" name="Google Shape;1518;p9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9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0" name="Google Shape;1520;p9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1" name="Google Shape;1521;p95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22" name="Google Shape;1522;p95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23" name="Google Shape;1523;p95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24" name="Google Shape;1524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6" name="Google Shape;1526;p9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7" name="Google Shape;1527;p9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28" name="Google Shape;1528;p9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9" name="Google Shape;1529;p9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0" name="Google Shape;1530;p96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1" name="Google Shape;1531;p96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532" name="Google Shape;1532;p96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533" name="Google Shape;1533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98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98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2" name="Google Shape;1542;p98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3" name="Google Shape;1543;p98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544" name="Google Shape;1544;p98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545" name="Google Shape;154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6" name="Google Shape;1546;p9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7" name="Google Shape;1547;p9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99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99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1" name="Google Shape;1551;p99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52" name="Google Shape;155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3" name="Google Shape;1553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4" name="Google Shape;1554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6" name="Google Shape;1556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99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58" name="Google Shape;1558;p99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59" name="Google Shape;1559;p99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60" name="Google Shape;1560;p99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561" name="Google Shape;1561;p99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9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3" name="Google Shape;1563;p9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151515"/>
        </a:solidFill>
      </p:bgPr>
    </p:bg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0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66" name="Google Shape;1566;p100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00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ed Hat Display"/>
              <a:buNone/>
              <a:defRPr sz="2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8" name="Google Shape;1568;p100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9" name="Google Shape;1569;p100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570" name="Google Shape;1570;p100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571" name="Google Shape;1571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2" name="Google Shape;1572;p10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10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292929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1"/>
          <p:cNvSpPr/>
          <p:nvPr/>
        </p:nvSpPr>
        <p:spPr>
          <a:xfrm>
            <a:off x="0" y="5842800"/>
            <a:ext cx="12192000" cy="10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76" name="Google Shape;1576;p101"/>
          <p:cNvSpPr/>
          <p:nvPr/>
        </p:nvSpPr>
        <p:spPr>
          <a:xfrm>
            <a:off x="9617175" y="5878875"/>
            <a:ext cx="25749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01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78" name="Google Shape;1578;p101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79" name="Google Shape;1579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101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81" name="Google Shape;1581;p101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82" name="Google Shape;1582;p101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83" name="Google Shape;1583;p101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584" name="Google Shape;1584;p101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10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6" name="Google Shape;1586;p10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7" name="Google Shape;158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0" name="Google Shape;1590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TITLE_1_1_1">
    <p:bg>
      <p:bgPr>
        <a:solidFill>
          <a:schemeClr val="lt1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02"/>
          <p:cNvSpPr/>
          <p:nvPr/>
        </p:nvSpPr>
        <p:spPr>
          <a:xfrm>
            <a:off x="8808450" y="5878875"/>
            <a:ext cx="33837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3" name="Google Shape;1593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4" name="Google Shape;1594;p102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10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10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">
  <p:cSld name="TITLE_3">
    <p:bg>
      <p:bgPr>
        <a:solidFill>
          <a:srgbClr val="EBEBEB">
            <a:alpha val="0"/>
          </a:srgbClr>
        </a:solidFill>
      </p:bgPr>
    </p:bg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Google Shape;1598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03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Font typeface="Red Hat Display"/>
              <a:buNone/>
              <a:defRPr sz="28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0" name="Google Shape;1600;p103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b="1"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1" name="Google Shape;1601;p103"/>
          <p:cNvSpPr txBox="1"/>
          <p:nvPr>
            <p:ph idx="2" type="subTitle"/>
          </p:nvPr>
        </p:nvSpPr>
        <p:spPr>
          <a:xfrm>
            <a:off x="1169325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02" name="Google Shape;1602;p103"/>
          <p:cNvSpPr txBox="1"/>
          <p:nvPr>
            <p:ph idx="3" type="subTitle"/>
          </p:nvPr>
        </p:nvSpPr>
        <p:spPr>
          <a:xfrm>
            <a:off x="3557450" y="5454694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 Medium"/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ed Hat Text Medium"/>
              <a:buNone/>
              <a:defRPr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03" name="Google Shape;1603;p10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10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04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07" name="Google Shape;1607;p10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10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10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10" name="Google Shape;1610;p104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1611" name="Google Shape;1611;p10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12" name="Google Shape;161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5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15" name="Google Shape;1615;p10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10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7" name="Google Shape;1617;p10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18" name="Google Shape;1618;p105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9" name="Google Shape;1619;p10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0" name="Google Shape;162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2" name="Google Shape;1622;p10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10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4" name="Google Shape;1624;p106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25" name="Google Shape;1625;p10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6" name="Google Shape;1626;p106"/>
          <p:cNvSpPr txBox="1"/>
          <p:nvPr>
            <p:ph idx="2" type="subTitle"/>
          </p:nvPr>
        </p:nvSpPr>
        <p:spPr>
          <a:xfrm>
            <a:off x="9480050" y="1401753"/>
            <a:ext cx="2124300" cy="405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627" name="Google Shape;162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07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630" name="Google Shape;1630;p10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10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107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33" name="Google Shape;1633;p107"/>
          <p:cNvSpPr txBox="1"/>
          <p:nvPr>
            <p:ph idx="2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1634" name="Google Shape;1634;p107"/>
          <p:cNvSpPr txBox="1"/>
          <p:nvPr>
            <p:ph idx="3" type="subTitle"/>
          </p:nvPr>
        </p:nvSpPr>
        <p:spPr>
          <a:xfrm>
            <a:off x="94800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5" name="Google Shape;1635;p10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6" name="Google Shape;163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08"/>
          <p:cNvSpPr txBox="1"/>
          <p:nvPr>
            <p:ph idx="1" type="subTitle"/>
          </p:nvPr>
        </p:nvSpPr>
        <p:spPr>
          <a:xfrm>
            <a:off x="9480050" y="1327204"/>
            <a:ext cx="2124300" cy="42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39" name="Google Shape;1639;p10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10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108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42" name="Google Shape;1642;p10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3" name="Google Shape;1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chemeClr val="lt1"/>
        </a:solidFill>
      </p:bgPr>
    </p:bg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0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46" name="Google Shape;1646;p109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647" name="Google Shape;1647;p10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8" name="Google Shape;1648;p109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49" name="Google Shape;1649;p109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0" name="Google Shape;1650;p10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1" name="Google Shape;1651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10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654" name="Google Shape;1654;p1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5" name="Google Shape;1655;p110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656" name="Google Shape;1656;p11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11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8" name="Google Shape;1658;p110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None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9" name="Google Shape;1659;p110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60" name="Google Shape;1660;p110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1" name="Google Shape;1661;p110"/>
          <p:cNvSpPr/>
          <p:nvPr/>
        </p:nvSpPr>
        <p:spPr>
          <a:xfrm>
            <a:off x="8901850" y="5878875"/>
            <a:ext cx="32901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2" name="Google Shape;1662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2_1">
    <p:bg>
      <p:bgPr>
        <a:solidFill>
          <a:schemeClr val="lt1"/>
        </a:solidFill>
      </p:bgPr>
    </p:bg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11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665" name="Google Shape;1665;p1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6" name="Google Shape;1666;p111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667" name="Google Shape;1667;p11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11279" y="6313250"/>
            <a:ext cx="975850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11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9" name="Google Shape;1669;p111"/>
          <p:cNvSpPr/>
          <p:nvPr/>
        </p:nvSpPr>
        <p:spPr>
          <a:xfrm>
            <a:off x="8914175" y="5878875"/>
            <a:ext cx="32778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0" name="Google Shape;1670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203986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671" name="Google Shape;1671;p111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72" name="Google Shape;1672;p111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3" name="Google Shape;1673;p111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74" name="Google Shape;1674;p111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75" name="Google Shape;1675;p111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1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76" name="Google Shape;1676;p111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677" name="Google Shape;1677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1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2">
  <p:cSld name="CUSTOM_8">
    <p:bg>
      <p:bgPr>
        <a:solidFill>
          <a:schemeClr val="lt1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12"/>
          <p:cNvSpPr/>
          <p:nvPr/>
        </p:nvSpPr>
        <p:spPr>
          <a:xfrm>
            <a:off x="-50" y="0"/>
            <a:ext cx="933000" cy="6858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83" name="Google Shape;1683;p112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84" name="Google Shape;1684;p11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85" name="Google Shape;1685;p112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6" name="Google Shape;1686;p1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7" name="Google Shape;1687;p11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88" name="Google Shape;168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1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91" name="Google Shape;1691;p1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2" name="Google Shape;1692;p11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1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4" name="Google Shape;1694;p11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695" name="Google Shape;1695;p11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6" name="Google Shape;1696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1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699" name="Google Shape;1699;p11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0" name="Google Shape;1700;p1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11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2" name="Google Shape;1702;p11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3" name="Google Shape;1703;p11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04" name="Google Shape;1704;p114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05" name="Google Shape;1705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1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08" name="Google Shape;1708;p1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1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0" name="Google Shape;1710;p11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1" name="Google Shape;1711;p11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2" name="Google Shape;1712;p115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15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115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15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15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115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18" name="Google Shape;1718;p115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19" name="Google Shape;1719;p115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20" name="Google Shape;1720;p11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21" name="Google Shape;1721;p115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22" name="Google Shape;1722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4" name="Google Shape;1724;p1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1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6" name="Google Shape;1726;p11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7" name="Google Shape;1727;p11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8" name="Google Shape;1728;p116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16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16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116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116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sp>
        <p:nvSpPr>
          <p:cNvPr id="1733" name="Google Shape;1733;p11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34" name="Google Shape;1734;p11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35" name="Google Shape;1735;p116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36" name="Google Shape;1736;p116"/>
          <p:cNvSpPr txBox="1"/>
          <p:nvPr>
            <p:ph idx="5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/>
            </a:lvl9pPr>
          </a:lstStyle>
          <a:p/>
        </p:txBody>
      </p:sp>
      <p:pic>
        <p:nvPicPr>
          <p:cNvPr id="1737" name="Google Shape;173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9" name="Google Shape;1739;p1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0" name="Google Shape;1740;p1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1" name="Google Shape;1741;p11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2" name="Google Shape;1742;p11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43" name="Google Shape;1743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17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45" name="Google Shape;1745;p117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46" name="Google Shape;1746;p117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47" name="Google Shape;1747;p117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48" name="Google Shape;1748;p11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49" name="Google Shape;1749;p117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50" name="Google Shape;1750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1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753" name="Google Shape;1753;p11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1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5" name="Google Shape;1755;p11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6" name="Google Shape;1756;p11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57" name="Google Shape;1757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11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60" name="Google Shape;1760;p11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cxnSp>
        <p:nvCxnSpPr>
          <p:cNvPr id="1761" name="Google Shape;1761;p11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3" name="Google Shape;1763;p11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4" name="Google Shape;1764;p119"/>
          <p:cNvSpPr txBox="1"/>
          <p:nvPr>
            <p:ph idx="2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65" name="Google Shape;1765;p119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6" name="Google Shape;1766;p119"/>
          <p:cNvSpPr txBox="1"/>
          <p:nvPr>
            <p:ph idx="4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767" name="Google Shape;1767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9" name="Google Shape;1769;p1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1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12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2" name="Google Shape;1772;p12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3" name="Google Shape;1773;p12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74" name="Google Shape;1774;p12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75" name="Google Shape;1775;p120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776" name="Google Shape;1776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2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779" name="Google Shape;1779;p1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1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1" name="Google Shape;1781;p12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2" name="Google Shape;1782;p12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3" name="Google Shape;1783;p121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pic>
        <p:nvPicPr>
          <p:cNvPr id="1784" name="Google Shape;1784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6" name="Google Shape;1786;p1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7" name="Google Shape;1787;p1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8" name="Google Shape;1788;p12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9" name="Google Shape;1789;p12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0" name="Google Shape;1790;p122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791" name="Google Shape;1791;p122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792" name="Google Shape;1792;p122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93" name="Google Shape;1793;p12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794" name="Google Shape;1794;p122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795" name="Google Shape;1795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7" name="Google Shape;1797;p1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1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9" name="Google Shape;1799;p12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0" name="Google Shape;1800;p12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1" name="Google Shape;1801;p123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1802" name="Google Shape;1802;p12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03" name="Google Shape;1803;p12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04" name="Google Shape;1804;p12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05" name="Google Shape;1805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2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808" name="Google Shape;1808;p1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1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0" name="Google Shape;1810;p12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1" name="Google Shape;1811;p12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12" name="Google Shape;1812;p12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3" name="Google Shape;1813;p12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814" name="Google Shape;1814;p12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15" name="Google Shape;1815;p12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1816" name="Google Shape;1816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8" name="Google Shape;1818;p1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9" name="Google Shape;1819;p1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0" name="Google Shape;1820;p12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1" name="Google Shape;1821;p12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22" name="Google Shape;1822;p12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23" name="Google Shape;1823;p12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824" name="Google Shape;1824;p12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5" name="Google Shape;1825;p12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6" name="Google Shape;1826;p12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27" name="Google Shape;1827;p12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828" name="Google Shape;1828;p12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29" name="Google Shape;1829;p12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30" name="Google Shape;1830;p12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31" name="Google Shape;1831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26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4" name="Google Shape;1834;p126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5" name="Google Shape;1835;p126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36" name="Google Shape;1836;p1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1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8" name="Google Shape;1838;p12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9" name="Google Shape;1839;p126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40" name="Google Shape;1840;p126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126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42" name="Google Shape;1842;p126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3" name="Google Shape;1843;p126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44" name="Google Shape;1844;p126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5" name="Google Shape;1845;p126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46" name="Google Shape;1846;p126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7" name="Google Shape;1847;p126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48" name="Google Shape;1848;p126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9" name="Google Shape;1849;p12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50" name="Google Shape;1850;p126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51" name="Google Shape;1851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27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54" name="Google Shape;1854;p127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55" name="Google Shape;1855;p1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6" name="Google Shape;1856;p1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7" name="Google Shape;1857;p12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8" name="Google Shape;1858;p127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9" name="Google Shape;1859;p127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860" name="Google Shape;1860;p127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61" name="Google Shape;1861;p127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62" name="Google Shape;1862;p127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63" name="Google Shape;1863;p127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64" name="Google Shape;1864;p127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65" name="Google Shape;1865;p127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66" name="Google Shape;1866;p12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67" name="Google Shape;1867;p127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68" name="Google Shape;1868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0" name="Google Shape;1870;p12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1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12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3" name="Google Shape;1873;p12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74" name="Google Shape;1874;p128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75" name="Google Shape;1875;p12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76" name="Google Shape;1876;p128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77" name="Google Shape;1877;p128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78" name="Google Shape;1878;p128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79" name="Google Shape;1879;p128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1880" name="Google Shape;1880;p128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81" name="Google Shape;1881;p12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82" name="Google Shape;1882;p128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83" name="Google Shape;1883;p1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1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7" name="Google Shape;1887;p12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8" name="Google Shape;1888;p12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9" name="Google Shape;1889;p129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890" name="Google Shape;1890;p129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1" name="Google Shape;1891;p129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2" name="Google Shape;1892;p129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3" name="Google Shape;1893;p129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4" name="Google Shape;1894;p129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5" name="Google Shape;1895;p129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/>
            </a:lvl9pPr>
          </a:lstStyle>
          <a:p/>
        </p:txBody>
      </p:sp>
      <p:sp>
        <p:nvSpPr>
          <p:cNvPr id="1896" name="Google Shape;1896;p129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97" name="Google Shape;1897;p12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1898" name="Google Shape;1898;p129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1899" name="Google Shape;1899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1" name="Google Shape;1901;p1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2" name="Google Shape;1902;p1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3" name="Google Shape;1903;p13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4" name="Google Shape;1904;p13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5" name="Google Shape;1905;p130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906" name="Google Shape;1906;p130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07" name="Google Shape;1907;p130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908" name="Google Shape;1908;p130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09" name="Google Shape;1909;p130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30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30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130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130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130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130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30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30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130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30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30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30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130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130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130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30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30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30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130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130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30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30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130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130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30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130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130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130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30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130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30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130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30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130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30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30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30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130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130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30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30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130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30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130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30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30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30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7" name="Google Shape;1957;p130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30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30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30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30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30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130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30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30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30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130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30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130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130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30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130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130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130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130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130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130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130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130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130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130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130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130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30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30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130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130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130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130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130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130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30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130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130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130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130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130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30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130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30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130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130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130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130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30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30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130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130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130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130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130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130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130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30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30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130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130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130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130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130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130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130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130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130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130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30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130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130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130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130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130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130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30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130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130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130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30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130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30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130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130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130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130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130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130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130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130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130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9" name="Google Shape;2049;p130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130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30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30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130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30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130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130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130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130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9" name="Google Shape;2059;p130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130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130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130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3" name="Google Shape;2063;p130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30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130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130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130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130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30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130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130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130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130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130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130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130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130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30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130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130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130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130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130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130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130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30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130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30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30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30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130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2" name="Google Shape;2092;p130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130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4" name="Google Shape;2094;p130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130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6" name="Google Shape;2096;p130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30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130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30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130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30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130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130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130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130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130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130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130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10" name="Google Shape;2110;p13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11" name="Google Shape;2111;p130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12" name="Google Shape;2112;p1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4" name="Google Shape;2114;p1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5" name="Google Shape;2115;p1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6" name="Google Shape;2116;p13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7" name="Google Shape;2117;p13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18" name="Google Shape;2118;p131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19" name="Google Shape;2119;p131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20" name="Google Shape;2120;p131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21" name="Google Shape;2121;p131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22" name="Google Shape;2122;p131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23" name="Google Shape;2123;p131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124" name="Google Shape;2124;p131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25" name="Google Shape;2125;p131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pic>
        <p:nvPicPr>
          <p:cNvPr id="2126" name="Google Shape;2126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8" name="Google Shape;2128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3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30" name="Google Shape;2130;p13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31" name="Google Shape;2131;p13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32" name="Google Shape;213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4" name="Google Shape;2134;p1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1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6" name="Google Shape;2136;p13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7" name="Google Shape;2137;p13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38" name="Google Shape;2138;p132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39" name="Google Shape;2139;p132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40" name="Google Shape;2140;p132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1" name="Google Shape;2141;p132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142" name="Google Shape;2142;p132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143" name="Google Shape;2143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4" name="Google Shape;2144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132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46" name="Google Shape;2146;p13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47" name="Google Shape;2147;p132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48" name="Google Shape;2148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3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151" name="Google Shape;2151;p1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2" name="Google Shape;2152;p1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3" name="Google Shape;2153;p13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4" name="Google Shape;2154;p13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5" name="Google Shape;2155;p133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56" name="Google Shape;2156;p133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pic>
        <p:nvPicPr>
          <p:cNvPr id="2157" name="Google Shape;2157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8" name="Google Shape;215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0" name="Google Shape;2160;p1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1" name="Google Shape;2161;p1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2" name="Google Shape;2162;p13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3" name="Google Shape;2163;p13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4" name="Google Shape;2164;p134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65" name="Google Shape;2165;p134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66" name="Google Shape;2166;p134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67" name="Google Shape;2167;p134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68" name="Google Shape;2168;p134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69" name="Google Shape;2169;p134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70" name="Google Shape;2170;p134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71" name="Google Shape;2171;p134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72" name="Google Shape;2172;p13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73" name="Google Shape;2173;p13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74" name="Google Shape;2174;p13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75" name="Google Shape;2175;p1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7" name="Google Shape;2177;p1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8" name="Google Shape;2178;p1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9" name="Google Shape;2179;p13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0" name="Google Shape;2180;p13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81" name="Google Shape;2181;p135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135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183" name="Google Shape;2183;p135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184" name="Google Shape;2184;p135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85" name="Google Shape;2185;p135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86" name="Google Shape;2186;p135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87" name="Google Shape;2187;p135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88" name="Google Shape;2188;p135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89" name="Google Shape;2189;p135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90" name="Google Shape;2190;p135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191" name="Google Shape;2191;p135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92" name="Google Shape;2192;p135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93" name="Google Shape;2193;p13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194" name="Google Shape;2194;p135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195" name="Google Shape;2195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136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98" name="Google Shape;2198;p136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2199" name="Google Shape;2199;p136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00" name="Google Shape;2200;p1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1" name="Google Shape;2201;p1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2" name="Google Shape;2202;p13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3" name="Google Shape;2203;p13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4" name="Google Shape;2204;p136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05" name="Google Shape;2205;p136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6" name="Google Shape;2206;p136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07" name="Google Shape;2207;p136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8" name="Google Shape;2208;p136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09" name="Google Shape;2209;p136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2210" name="Google Shape;2210;p1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2" name="Google Shape;2212;p1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3" name="Google Shape;2213;p1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4" name="Google Shape;2214;p13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5" name="Google Shape;2215;p13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216" name="Google Shape;2216;p137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137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18" name="Google Shape;2218;p137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19" name="Google Shape;2219;p137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20" name="Google Shape;2220;p137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21" name="Google Shape;2221;p137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22" name="Google Shape;2222;p137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23" name="Google Shape;2223;p137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/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/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/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/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/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/>
            </a:lvl9pPr>
          </a:lstStyle>
          <a:p/>
        </p:txBody>
      </p:sp>
      <p:sp>
        <p:nvSpPr>
          <p:cNvPr id="2224" name="Google Shape;2224;p137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25" name="Google Shape;2225;p13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26" name="Google Shape;2226;p137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27" name="Google Shape;2227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9" name="Google Shape;2229;p1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1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1" name="Google Shape;2231;p13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2" name="Google Shape;2232;p13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3" name="Google Shape;2233;p138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/>
            </a:lvl9pPr>
          </a:lstStyle>
          <a:p/>
        </p:txBody>
      </p:sp>
      <p:sp>
        <p:nvSpPr>
          <p:cNvPr id="2234" name="Google Shape;2234;p13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35" name="Google Shape;2235;p13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36" name="Google Shape;2236;p13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37" name="Google Shape;2237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9" name="Google Shape;2239;p1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0" name="Google Shape;2240;p1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1" name="Google Shape;2241;p13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2" name="Google Shape;2242;p13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3" name="Google Shape;2243;p139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44" name="Google Shape;2244;p13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45" name="Google Shape;2245;p13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/>
        </p:txBody>
      </p:sp>
      <p:sp>
        <p:nvSpPr>
          <p:cNvPr id="2246" name="Google Shape;2246;p13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47" name="Google Shape;2247;p1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140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2250" name="Google Shape;2250;p14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10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51" name="Google Shape;2251;p1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1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3" name="Google Shape;2253;p14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4" name="Google Shape;2254;p14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255" name="Google Shape;2255;p1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41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58" name="Google Shape;2258;p141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59" name="Google Shape;2259;p141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2260" name="Google Shape;2260;p1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141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62" name="Google Shape;2262;p1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3" name="Google Shape;2263;p14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4" name="Google Shape;2264;p141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65" name="Google Shape;2265;p1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7" name="Google Shape;2267;p1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14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69" name="Google Shape;2269;p1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0" name="Google Shape;2270;p14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1" name="Google Shape;2271;p14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2" name="Google Shape;2272;p142"/>
          <p:cNvSpPr txBox="1"/>
          <p:nvPr>
            <p:ph idx="3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273" name="Google Shape;2273;p142"/>
          <p:cNvSpPr txBox="1"/>
          <p:nvPr>
            <p:ph idx="4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274" name="Google Shape;2274;p142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75" name="Google Shape;2275;p1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7" name="Google Shape;2277;p1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8" name="Google Shape;2278;p14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Red Hat Text Medium"/>
              <a:buNone/>
              <a:defRPr sz="10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279" name="Google Shape;2279;p1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0" name="Google Shape;2280;p14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1" name="Google Shape;2281;p14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2" name="Google Shape;2282;p143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1800"/>
              <a:buChar char="･"/>
              <a:defRPr/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1800"/>
              <a:buChar char="･"/>
              <a:defRPr/>
            </a:lvl9pPr>
          </a:lstStyle>
          <a:p/>
        </p:txBody>
      </p:sp>
      <p:sp>
        <p:nvSpPr>
          <p:cNvPr id="2283" name="Google Shape;2283;p143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284" name="Google Shape;2284;p1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9">
    <p:bg>
      <p:bgPr>
        <a:solidFill>
          <a:srgbClr val="ECE6FF"/>
        </a:solidFill>
      </p:bgPr>
    </p:bg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solidFill>
          <a:srgbClr val="292929"/>
        </a:solidFill>
      </p:bgPr>
    </p:bg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46"/>
          <p:cNvSpPr/>
          <p:nvPr/>
        </p:nvSpPr>
        <p:spPr>
          <a:xfrm>
            <a:off x="0" y="5823025"/>
            <a:ext cx="12201900" cy="1035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93" name="Google Shape;2293;p146"/>
          <p:cNvSpPr txBox="1"/>
          <p:nvPr>
            <p:ph idx="1" type="subTitle"/>
          </p:nvPr>
        </p:nvSpPr>
        <p:spPr>
          <a:xfrm>
            <a:off x="2083725" y="35218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 Hat Display"/>
              <a:buNone/>
              <a:defRPr sz="2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4" name="Google Shape;2294;p146"/>
          <p:cNvSpPr txBox="1"/>
          <p:nvPr>
            <p:ph type="title"/>
          </p:nvPr>
        </p:nvSpPr>
        <p:spPr>
          <a:xfrm>
            <a:off x="2083875" y="1743625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95" name="Google Shape;2295;p146"/>
          <p:cNvSpPr txBox="1"/>
          <p:nvPr>
            <p:ph idx="2" type="subTitle"/>
          </p:nvPr>
        </p:nvSpPr>
        <p:spPr>
          <a:xfrm>
            <a:off x="2083725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96" name="Google Shape;2296;p146"/>
          <p:cNvSpPr txBox="1"/>
          <p:nvPr>
            <p:ph idx="3" type="subTitle"/>
          </p:nvPr>
        </p:nvSpPr>
        <p:spPr>
          <a:xfrm>
            <a:off x="4471850" y="46055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 Medium"/>
              <a:buNone/>
              <a:defRPr sz="14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 Medium"/>
              <a:buNone/>
              <a:defRPr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297" name="Google Shape;2297;p1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8" name="Google Shape;2298;p14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9" name="Google Shape;2299;p1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solidFill>
          <a:srgbClr val="292929"/>
        </a:solidFill>
      </p:bgPr>
    </p:bg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147"/>
          <p:cNvSpPr/>
          <p:nvPr/>
        </p:nvSpPr>
        <p:spPr>
          <a:xfrm>
            <a:off x="0" y="5823025"/>
            <a:ext cx="12201900" cy="1035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2" name="Google Shape;2302;p147"/>
          <p:cNvSpPr txBox="1"/>
          <p:nvPr>
            <p:ph idx="1" type="subTitle"/>
          </p:nvPr>
        </p:nvSpPr>
        <p:spPr>
          <a:xfrm>
            <a:off x="208372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303" name="Google Shape;2303;p147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2pPr>
            <a:lvl3pPr lvl="2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3pPr>
            <a:lvl4pPr lvl="3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4pPr>
            <a:lvl5pPr lvl="4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5pPr>
            <a:lvl6pPr lvl="5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6pPr>
            <a:lvl7pPr lvl="6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7pPr>
            <a:lvl8pPr lvl="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8pPr>
            <a:lvl9pPr lvl="8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7000"/>
            </a:lvl9pPr>
          </a:lstStyle>
          <a:p/>
        </p:txBody>
      </p:sp>
      <p:sp>
        <p:nvSpPr>
          <p:cNvPr id="2304" name="Google Shape;2304;p147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5" name="Google Shape;2305;p147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6" name="Google Shape;2306;p147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07" name="Google Shape;2307;p147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08" name="Google Shape;2308;p147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9" name="Google Shape;2309;p1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0" name="Google Shape;2310;p14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1" name="Google Shape;2311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2" name="Google Shape;2312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5" name="Google Shape;2315;p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148"/>
          <p:cNvSpPr txBox="1"/>
          <p:nvPr>
            <p:ph type="title"/>
          </p:nvPr>
        </p:nvSpPr>
        <p:spPr>
          <a:xfrm>
            <a:off x="447775" y="1084561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318" name="Google Shape;2318;p1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9" name="Google Shape;2319;p1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0" name="Google Shape;2320;p14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21" name="Google Shape;2321;p148"/>
          <p:cNvSpPr txBox="1"/>
          <p:nvPr>
            <p:ph idx="2" type="subTitle"/>
          </p:nvPr>
        </p:nvSpPr>
        <p:spPr>
          <a:xfrm>
            <a:off x="9251450" y="1743719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22" name="Google Shape;2322;p14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3" name="Google Shape;2323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5" name="Google Shape;2325;p1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6" name="Google Shape;2326;p1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7" name="Google Shape;2327;p14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28" name="Google Shape;2328;p149"/>
          <p:cNvSpPr txBox="1"/>
          <p:nvPr>
            <p:ph idx="2" type="subTitle"/>
          </p:nvPr>
        </p:nvSpPr>
        <p:spPr>
          <a:xfrm>
            <a:off x="9251450" y="1429653"/>
            <a:ext cx="2124300" cy="399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29" name="Google Shape;2329;p14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0" name="Google Shape;2330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solidFill>
          <a:srgbClr val="292929"/>
        </a:solidFill>
      </p:bgPr>
    </p:bg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50"/>
          <p:cNvSpPr/>
          <p:nvPr/>
        </p:nvSpPr>
        <p:spPr>
          <a:xfrm>
            <a:off x="0" y="25"/>
            <a:ext cx="8721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33" name="Google Shape;2333;p150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334" name="Google Shape;2334;p1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5" name="Google Shape;2335;p150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36" name="Google Shape;2336;p150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37" name="Google Shape;2337;p1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15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rgbClr val="292929"/>
        </a:solidFill>
      </p:bgPr>
    </p:bg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151"/>
          <p:cNvSpPr/>
          <p:nvPr/>
        </p:nvSpPr>
        <p:spPr>
          <a:xfrm>
            <a:off x="0" y="25"/>
            <a:ext cx="8721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1" name="Google Shape;2341;p1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151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2343" name="Google Shape;2343;p1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4" name="Google Shape;2344;p151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ed Hat Display"/>
              <a:buNone/>
              <a:defRPr sz="18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45" name="Google Shape;2345;p151"/>
          <p:cNvSpPr txBox="1"/>
          <p:nvPr>
            <p:ph type="title"/>
          </p:nvPr>
        </p:nvSpPr>
        <p:spPr>
          <a:xfrm>
            <a:off x="5660525" y="1709031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46" name="Google Shape;2346;p151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 Medium"/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47" name="Google Shape;2347;p151"/>
          <p:cNvSpPr/>
          <p:nvPr/>
        </p:nvSpPr>
        <p:spPr>
          <a:xfrm>
            <a:off x="8943200" y="5878875"/>
            <a:ext cx="3249000" cy="9792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8" name="Google Shape;2348;p15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9" name="Google Shape;2349;p1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CUSTOM_3_3">
    <p:bg>
      <p:bgPr>
        <a:solidFill>
          <a:srgbClr val="292929"/>
        </a:solidFill>
      </p:bgPr>
    </p:bg>
    <p:spTree>
      <p:nvGrpSpPr>
        <p:cNvPr id="2350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152"/>
          <p:cNvSpPr/>
          <p:nvPr/>
        </p:nvSpPr>
        <p:spPr>
          <a:xfrm>
            <a:off x="0" y="25"/>
            <a:ext cx="872100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2" name="Google Shape;2352;p1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3" name="Google Shape;2353;p152"/>
          <p:cNvSpPr txBox="1"/>
          <p:nvPr>
            <p:ph idx="1" type="subTitle"/>
          </p:nvPr>
        </p:nvSpPr>
        <p:spPr>
          <a:xfrm rot="5400000">
            <a:off x="-2138450" y="2138400"/>
            <a:ext cx="5148900" cy="8721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2354" name="Google Shape;2354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1279" y="6312505"/>
            <a:ext cx="975850" cy="229612"/>
          </a:xfrm>
          <a:prstGeom prst="rect">
            <a:avLst/>
          </a:prstGeom>
          <a:noFill/>
          <a:ln>
            <a:noFill/>
          </a:ln>
        </p:spPr>
      </p:pic>
      <p:sp>
        <p:nvSpPr>
          <p:cNvPr id="2355" name="Google Shape;2355;p152"/>
          <p:cNvSpPr txBox="1"/>
          <p:nvPr>
            <p:ph type="title"/>
          </p:nvPr>
        </p:nvSpPr>
        <p:spPr>
          <a:xfrm>
            <a:off x="5660525" y="568626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56" name="Google Shape;2356;p152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None/>
              <a:defRPr sz="14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57" name="Google Shape;2357;p152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8" name="Google Shape;2358;p152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9" name="Google Shape;2359;p152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60" name="Google Shape;2360;p152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361" name="Google Shape;2361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1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4" name="Google Shape;2364;p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152"/>
          <p:cNvSpPr/>
          <p:nvPr/>
        </p:nvSpPr>
        <p:spPr>
          <a:xfrm>
            <a:off x="8971000" y="5878875"/>
            <a:ext cx="3221100" cy="9792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15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67" name="Google Shape;2367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47" y="6154609"/>
            <a:ext cx="1580275" cy="37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solidFill>
          <a:srgbClr val="292929"/>
        </a:solidFill>
      </p:bgPr>
    </p:bg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153"/>
          <p:cNvSpPr/>
          <p:nvPr/>
        </p:nvSpPr>
        <p:spPr>
          <a:xfrm>
            <a:off x="0" y="5823025"/>
            <a:ext cx="12201900" cy="1035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0" name="Google Shape;2370;p153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9pPr>
          </a:lstStyle>
          <a:p/>
        </p:txBody>
      </p:sp>
      <p:cxnSp>
        <p:nvCxnSpPr>
          <p:cNvPr id="2371" name="Google Shape;2371;p1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2" name="Google Shape;2372;p153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1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15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 Medium"/>
              <a:buNone/>
              <a:defRPr sz="10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Text Medium"/>
              <a:buNone/>
              <a:defRPr sz="10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2375" name="Google Shape;2375;p15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6" name="Google Shape;2376;p1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bg>
      <p:bgPr>
        <a:solidFill>
          <a:srgbClr val="292929"/>
        </a:solidFill>
      </p:bgPr>
    </p:bg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15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79" name="Google Shape;2379;p1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0" name="Google Shape;2380;p1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15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82" name="Google Shape;2382;p15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83" name="Google Shape;2383;p154"/>
          <p:cNvSpPr txBox="1"/>
          <p:nvPr>
            <p:ph idx="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84" name="Google Shape;2384;p15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5" name="Google Shape;2385;p1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bg>
      <p:bgPr>
        <a:solidFill>
          <a:srgbClr val="292929"/>
        </a:solidFill>
      </p:bgPr>
    </p:bg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155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388" name="Google Shape;2388;p15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9" name="Google Shape;2389;p15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0" name="Google Shape;2390;p155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1" name="Google Shape;2391;p155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155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155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155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155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155"/>
          <p:cNvSpPr txBox="1"/>
          <p:nvPr>
            <p:ph idx="3" type="subTitle"/>
          </p:nvPr>
        </p:nvSpPr>
        <p:spPr>
          <a:xfrm>
            <a:off x="39015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7" name="Google Shape;2397;p155"/>
          <p:cNvSpPr txBox="1"/>
          <p:nvPr>
            <p:ph idx="4" type="subTitle"/>
          </p:nvPr>
        </p:nvSpPr>
        <p:spPr>
          <a:xfrm>
            <a:off x="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8" name="Google Shape;2398;p155"/>
          <p:cNvSpPr txBox="1"/>
          <p:nvPr>
            <p:ph idx="5" type="subTitle"/>
          </p:nvPr>
        </p:nvSpPr>
        <p:spPr>
          <a:xfrm>
            <a:off x="7803000" y="2473650"/>
            <a:ext cx="4389000" cy="2702400"/>
          </a:xfrm>
          <a:prstGeom prst="rect">
            <a:avLst/>
          </a:prstGeom>
        </p:spPr>
        <p:txBody>
          <a:bodyPr anchorCtr="0" anchor="ctr" bIns="0" lIns="1097275" spcFirstLastPara="1" rIns="4572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99" name="Google Shape;2399;p15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00" name="Google Shape;2400;p155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01" name="Google Shape;2401;p15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2" name="Google Shape;2402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bg>
      <p:bgPr>
        <a:solidFill>
          <a:srgbClr val="292929"/>
        </a:solidFill>
      </p:bgPr>
    </p:bg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156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5" name="Google Shape;2405;p15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6" name="Google Shape;2406;p15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7" name="Google Shape;2407;p156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08" name="Google Shape;2408;p156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156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156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156"/>
          <p:cNvSpPr txBox="1"/>
          <p:nvPr>
            <p:ph idx="2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12" name="Google Shape;2412;p156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13" name="Google Shape;2413;p15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14" name="Google Shape;2414;p156"/>
          <p:cNvSpPr txBox="1"/>
          <p:nvPr>
            <p:ph idx="4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15" name="Google Shape;2415;p15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6" name="Google Shape;2416;p156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17" name="Google Shape;2417;p1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bg>
      <p:bgPr>
        <a:solidFill>
          <a:srgbClr val="292929"/>
        </a:solidFill>
      </p:bgPr>
    </p:bg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9" name="Google Shape;2419;p15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0" name="Google Shape;2420;p15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1" name="Google Shape;2421;p15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22" name="Google Shape;2422;p1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43525" y="2296425"/>
            <a:ext cx="8704948" cy="32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157"/>
          <p:cNvSpPr txBox="1"/>
          <p:nvPr>
            <p:ph idx="2" type="subTitle"/>
          </p:nvPr>
        </p:nvSpPr>
        <p:spPr>
          <a:xfrm>
            <a:off x="2262374" y="2965028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24" name="Google Shape;2424;p157"/>
          <p:cNvSpPr txBox="1"/>
          <p:nvPr>
            <p:ph idx="3" type="subTitle"/>
          </p:nvPr>
        </p:nvSpPr>
        <p:spPr>
          <a:xfrm>
            <a:off x="5005265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25" name="Google Shape;2425;p157"/>
          <p:cNvSpPr txBox="1"/>
          <p:nvPr>
            <p:ph idx="4" type="subTitle"/>
          </p:nvPr>
        </p:nvSpPr>
        <p:spPr>
          <a:xfrm>
            <a:off x="7748157" y="2965023"/>
            <a:ext cx="2181600" cy="19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26" name="Google Shape;2426;p157"/>
          <p:cNvSpPr txBox="1"/>
          <p:nvPr>
            <p:ph idx="5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27" name="Google Shape;2427;p15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28" name="Google Shape;2428;p15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9" name="Google Shape;2429;p157"/>
          <p:cNvSpPr txBox="1"/>
          <p:nvPr>
            <p:ph idx="6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30" name="Google Shape;243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bg>
      <p:bgPr>
        <a:solidFill>
          <a:srgbClr val="292929"/>
        </a:solidFill>
      </p:bgPr>
    </p:bg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158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433" name="Google Shape;2433;p15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15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5" name="Google Shape;2435;p158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36" name="Google Shape;2436;p15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7" name="Google Shape;2437;p1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bg>
      <p:bgPr>
        <a:solidFill>
          <a:srgbClr val="292929"/>
        </a:solidFill>
      </p:bgPr>
    </p:bg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159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40" name="Google Shape;2440;p15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441" name="Google Shape;2441;p15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15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3" name="Google Shape;2443;p159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44" name="Google Shape;2444;p159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45" name="Google Shape;2445;p15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6" name="Google Shape;2446;p15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47" name="Google Shape;2447;p1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bg>
      <p:bgPr>
        <a:solidFill>
          <a:srgbClr val="292929"/>
        </a:solidFill>
      </p:bgPr>
    </p:bg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9" name="Google Shape;2449;p16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0" name="Google Shape;2450;p16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1" name="Google Shape;2451;p16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52" name="Google Shape;2452;p160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3" name="Google Shape;2453;p16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4" name="Google Shape;2454;p160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55" name="Google Shape;2455;p16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6" name="Google Shape;2456;p1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bg>
      <p:bgPr>
        <a:solidFill>
          <a:srgbClr val="292929"/>
        </a:solidFill>
      </p:bgPr>
    </p:bg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161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59" name="Google Shape;2459;p16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0" name="Google Shape;2460;p16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1" name="Google Shape;2461;p161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62" name="Google Shape;2462;p161"/>
          <p:cNvSpPr txBox="1"/>
          <p:nvPr>
            <p:ph idx="3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63" name="Google Shape;2463;p16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64" name="Google Shape;2464;p1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bg>
      <p:bgPr>
        <a:solidFill>
          <a:srgbClr val="292929"/>
        </a:solidFill>
      </p:bgPr>
    </p:bg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6" name="Google Shape;2466;p16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16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8" name="Google Shape;2468;p16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69" name="Google Shape;2469;p162"/>
          <p:cNvSpPr txBox="1"/>
          <p:nvPr>
            <p:ph idx="2" type="body"/>
          </p:nvPr>
        </p:nvSpPr>
        <p:spPr>
          <a:xfrm>
            <a:off x="885125" y="2291177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70" name="Google Shape;2470;p162"/>
          <p:cNvSpPr txBox="1"/>
          <p:nvPr>
            <p:ph idx="3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71" name="Google Shape;2471;p162"/>
          <p:cNvSpPr txBox="1"/>
          <p:nvPr>
            <p:ph idx="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72" name="Google Shape;2472;p16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73" name="Google Shape;2473;p16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4" name="Google Shape;2474;p162"/>
          <p:cNvSpPr txBox="1"/>
          <p:nvPr>
            <p:ph idx="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75" name="Google Shape;2475;p1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bg>
      <p:bgPr>
        <a:solidFill>
          <a:srgbClr val="292929"/>
        </a:solidFill>
      </p:bgPr>
    </p:bg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7" name="Google Shape;2477;p16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8" name="Google Shape;2478;p16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9" name="Google Shape;2479;p163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80" name="Google Shape;2480;p163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3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81" name="Google Shape;2481;p163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82" name="Google Shape;2482;p163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83" name="Google Shape;2483;p16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4" name="Google Shape;2484;p163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485" name="Google Shape;2485;p1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bg>
      <p:bgPr>
        <a:solidFill>
          <a:srgbClr val="292929"/>
        </a:solidFill>
      </p:bgPr>
    </p:bg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164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88" name="Google Shape;2488;p16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16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0" name="Google Shape;2490;p164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491" name="Google Shape;2491;p164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2" name="Google Shape;2492;p164"/>
          <p:cNvSpPr txBox="1"/>
          <p:nvPr>
            <p:ph idx="3" type="subTitle"/>
          </p:nvPr>
        </p:nvSpPr>
        <p:spPr>
          <a:xfrm>
            <a:off x="4467775" y="1832876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2493" name="Google Shape;2493;p164"/>
          <p:cNvSpPr txBox="1"/>
          <p:nvPr>
            <p:ph idx="4" type="subTitle"/>
          </p:nvPr>
        </p:nvSpPr>
        <p:spPr>
          <a:xfrm>
            <a:off x="4467775" y="1441300"/>
            <a:ext cx="4538700" cy="298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94" name="Google Shape;2494;p164"/>
          <p:cNvSpPr txBox="1"/>
          <p:nvPr>
            <p:ph idx="5" type="subTitle"/>
          </p:nvPr>
        </p:nvSpPr>
        <p:spPr>
          <a:xfrm>
            <a:off x="3362500" y="1832876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495" name="Google Shape;2495;p16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96" name="Google Shape;2496;p1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bg>
      <p:bgPr>
        <a:solidFill>
          <a:srgbClr val="292929"/>
        </a:solidFill>
      </p:bgPr>
    </p:bg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8" name="Google Shape;2498;p16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9" name="Google Shape;2499;p16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0" name="Google Shape;2500;p16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1" name="Google Shape;2501;p165"/>
          <p:cNvSpPr txBox="1"/>
          <p:nvPr>
            <p:ph idx="2" type="subTitle"/>
          </p:nvPr>
        </p:nvSpPr>
        <p:spPr>
          <a:xfrm>
            <a:off x="2042425" y="2497493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2" name="Google Shape;2502;p165"/>
          <p:cNvSpPr txBox="1"/>
          <p:nvPr>
            <p:ph idx="3" type="subTitle"/>
          </p:nvPr>
        </p:nvSpPr>
        <p:spPr>
          <a:xfrm>
            <a:off x="2042425" y="2903475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3" name="Google Shape;2503;p165"/>
          <p:cNvSpPr txBox="1"/>
          <p:nvPr>
            <p:ph idx="4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4" name="Google Shape;2504;p165"/>
          <p:cNvSpPr txBox="1"/>
          <p:nvPr>
            <p:ph idx="5" type="subTitle"/>
          </p:nvPr>
        </p:nvSpPr>
        <p:spPr>
          <a:xfrm>
            <a:off x="3278975" y="3892511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5" name="Google Shape;2505;p165"/>
          <p:cNvSpPr txBox="1"/>
          <p:nvPr>
            <p:ph idx="6" type="subTitle"/>
          </p:nvPr>
        </p:nvSpPr>
        <p:spPr>
          <a:xfrm>
            <a:off x="1713425" y="4752722"/>
            <a:ext cx="21069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6" name="Google Shape;2506;p165"/>
          <p:cNvSpPr txBox="1"/>
          <p:nvPr>
            <p:ph idx="7" type="subTitle"/>
          </p:nvPr>
        </p:nvSpPr>
        <p:spPr>
          <a:xfrm>
            <a:off x="1713425" y="5158703"/>
            <a:ext cx="2106900" cy="67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07" name="Google Shape;2507;p165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8" name="Google Shape;2508;p16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9" name="Google Shape;2509;p16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0" name="Google Shape;2510;p165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11" name="Google Shape;2511;p1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bg>
      <p:bgPr>
        <a:solidFill>
          <a:srgbClr val="292929"/>
        </a:solidFill>
      </p:bgPr>
    </p:bg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166"/>
          <p:cNvSpPr txBox="1"/>
          <p:nvPr>
            <p:ph idx="1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514" name="Google Shape;2514;p166"/>
          <p:cNvSpPr txBox="1"/>
          <p:nvPr>
            <p:ph idx="2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15" name="Google Shape;2515;p166"/>
          <p:cNvSpPr txBox="1"/>
          <p:nvPr>
            <p:ph idx="3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rgbClr val="EE0000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2516" name="Google Shape;2516;p16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16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8" name="Google Shape;2518;p166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2519" name="Google Shape;2519;p166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520" name="Google Shape;2520;p166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21" name="Google Shape;2521;p166"/>
          <p:cNvSpPr txBox="1"/>
          <p:nvPr>
            <p:ph idx="5" type="subTitle"/>
          </p:nvPr>
        </p:nvSpPr>
        <p:spPr>
          <a:xfrm>
            <a:off x="44683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2" name="Google Shape;2522;p166"/>
          <p:cNvSpPr txBox="1"/>
          <p:nvPr>
            <p:ph idx="6" type="subTitle"/>
          </p:nvPr>
        </p:nvSpPr>
        <p:spPr>
          <a:xfrm>
            <a:off x="44684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3" name="Google Shape;2523;p166"/>
          <p:cNvSpPr txBox="1"/>
          <p:nvPr>
            <p:ph idx="7" type="subTitle"/>
          </p:nvPr>
        </p:nvSpPr>
        <p:spPr>
          <a:xfrm>
            <a:off x="80480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4" name="Google Shape;2524;p166"/>
          <p:cNvSpPr txBox="1"/>
          <p:nvPr>
            <p:ph idx="8" type="subTitle"/>
          </p:nvPr>
        </p:nvSpPr>
        <p:spPr>
          <a:xfrm>
            <a:off x="80481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5" name="Google Shape;2525;p166"/>
          <p:cNvSpPr txBox="1"/>
          <p:nvPr>
            <p:ph idx="9" type="subTitle"/>
          </p:nvPr>
        </p:nvSpPr>
        <p:spPr>
          <a:xfrm>
            <a:off x="888600" y="3677200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6" name="Google Shape;2526;p166"/>
          <p:cNvSpPr txBox="1"/>
          <p:nvPr>
            <p:ph idx="13" type="subTitle"/>
          </p:nvPr>
        </p:nvSpPr>
        <p:spPr>
          <a:xfrm>
            <a:off x="888700" y="4166425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7" name="Google Shape;2527;p166"/>
          <p:cNvSpPr txBox="1"/>
          <p:nvPr>
            <p:ph idx="14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8" name="Google Shape;2528;p166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29" name="Google Shape;2529;p16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0" name="Google Shape;2530;p166"/>
          <p:cNvSpPr txBox="1"/>
          <p:nvPr>
            <p:ph idx="15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31" name="Google Shape;2531;p1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bg>
      <p:bgPr>
        <a:solidFill>
          <a:srgbClr val="292929"/>
        </a:solidFill>
      </p:bgPr>
    </p:bg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67"/>
          <p:cNvSpPr txBox="1"/>
          <p:nvPr>
            <p:ph idx="1" type="subTitle"/>
          </p:nvPr>
        </p:nvSpPr>
        <p:spPr>
          <a:xfrm>
            <a:off x="45555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34" name="Google Shape;2534;p167"/>
          <p:cNvSpPr txBox="1"/>
          <p:nvPr>
            <p:ph idx="2" type="subTitle"/>
          </p:nvPr>
        </p:nvSpPr>
        <p:spPr>
          <a:xfrm>
            <a:off x="7972925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8000">
                <a:solidFill>
                  <a:schemeClr val="accent1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8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35" name="Google Shape;2535;p16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6" name="Google Shape;2536;p16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7" name="Google Shape;2537;p167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38" name="Google Shape;2538;p167"/>
          <p:cNvSpPr txBox="1"/>
          <p:nvPr>
            <p:ph idx="4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2539" name="Google Shape;2539;p167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40" name="Google Shape;2540;p167"/>
          <p:cNvSpPr txBox="1"/>
          <p:nvPr>
            <p:ph idx="5" type="subTitle"/>
          </p:nvPr>
        </p:nvSpPr>
        <p:spPr>
          <a:xfrm>
            <a:off x="4620750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1" name="Google Shape;2541;p167"/>
          <p:cNvSpPr txBox="1"/>
          <p:nvPr>
            <p:ph idx="6" type="subTitle"/>
          </p:nvPr>
        </p:nvSpPr>
        <p:spPr>
          <a:xfrm>
            <a:off x="4620750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42" name="Google Shape;2542;p167"/>
          <p:cNvSpPr txBox="1"/>
          <p:nvPr>
            <p:ph idx="7" type="subTitle"/>
          </p:nvPr>
        </p:nvSpPr>
        <p:spPr>
          <a:xfrm>
            <a:off x="8051175" y="3677388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3" name="Google Shape;2543;p167"/>
          <p:cNvSpPr txBox="1"/>
          <p:nvPr>
            <p:ph idx="8" type="subTitle"/>
          </p:nvPr>
        </p:nvSpPr>
        <p:spPr>
          <a:xfrm>
            <a:off x="8051175" y="4166613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44" name="Google Shape;2544;p167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5" name="Google Shape;2545;p16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46" name="Google Shape;2546;p16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7" name="Google Shape;2547;p167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48" name="Google Shape;2548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bg>
      <p:bgPr>
        <a:solidFill>
          <a:srgbClr val="292929"/>
        </a:solidFill>
      </p:bgPr>
    </p:bg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0" name="Google Shape;2550;p16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1" name="Google Shape;2551;p16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2" name="Google Shape;2552;p16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553" name="Google Shape;2553;p168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554" name="Google Shape;2554;p168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555" name="Google Shape;2555;p168"/>
          <p:cNvSpPr txBox="1"/>
          <p:nvPr>
            <p:ph idx="3" type="subTitle"/>
          </p:nvPr>
        </p:nvSpPr>
        <p:spPr>
          <a:xfrm>
            <a:off x="4620750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6" name="Google Shape;2556;p168"/>
          <p:cNvSpPr txBox="1"/>
          <p:nvPr>
            <p:ph idx="4" type="subTitle"/>
          </p:nvPr>
        </p:nvSpPr>
        <p:spPr>
          <a:xfrm>
            <a:off x="4620750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57" name="Google Shape;2557;p168"/>
          <p:cNvSpPr txBox="1"/>
          <p:nvPr>
            <p:ph idx="5" type="subTitle"/>
          </p:nvPr>
        </p:nvSpPr>
        <p:spPr>
          <a:xfrm>
            <a:off x="8051175" y="4439350"/>
            <a:ext cx="29496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8" name="Google Shape;2558;p168"/>
          <p:cNvSpPr txBox="1"/>
          <p:nvPr>
            <p:ph idx="6" type="subTitle"/>
          </p:nvPr>
        </p:nvSpPr>
        <p:spPr>
          <a:xfrm>
            <a:off x="8051175" y="4928575"/>
            <a:ext cx="29496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59" name="Google Shape;2559;p168"/>
          <p:cNvSpPr txBox="1"/>
          <p:nvPr>
            <p:ph idx="7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60" name="Google Shape;2560;p16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61" name="Google Shape;2561;p16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2" name="Google Shape;2562;p168"/>
          <p:cNvSpPr txBox="1"/>
          <p:nvPr>
            <p:ph idx="8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63" name="Google Shape;2563;p1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bg>
      <p:bgPr>
        <a:solidFill>
          <a:srgbClr val="292929"/>
        </a:solidFill>
      </p:bgPr>
    </p:bg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5" name="Google Shape;2565;p16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6" name="Google Shape;2566;p16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7" name="Google Shape;2567;p16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68" name="Google Shape;2568;p169"/>
          <p:cNvSpPr txBox="1"/>
          <p:nvPr>
            <p:ph idx="2" type="subTitle"/>
          </p:nvPr>
        </p:nvSpPr>
        <p:spPr>
          <a:xfrm>
            <a:off x="88780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569" name="Google Shape;2569;p169"/>
          <p:cNvSpPr txBox="1"/>
          <p:nvPr>
            <p:ph idx="3" type="subTitle"/>
          </p:nvPr>
        </p:nvSpPr>
        <p:spPr>
          <a:xfrm>
            <a:off x="9078238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0" name="Google Shape;2570;p169"/>
          <p:cNvSpPr txBox="1"/>
          <p:nvPr>
            <p:ph idx="4" type="subTitle"/>
          </p:nvPr>
        </p:nvSpPr>
        <p:spPr>
          <a:xfrm>
            <a:off x="10284513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1" name="Google Shape;2571;p169"/>
          <p:cNvSpPr txBox="1"/>
          <p:nvPr>
            <p:ph idx="5" type="subTitle"/>
          </p:nvPr>
        </p:nvSpPr>
        <p:spPr>
          <a:xfrm>
            <a:off x="9078238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2" name="Google Shape;2572;p169"/>
          <p:cNvSpPr txBox="1"/>
          <p:nvPr>
            <p:ph idx="6" type="subTitle"/>
          </p:nvPr>
        </p:nvSpPr>
        <p:spPr>
          <a:xfrm>
            <a:off x="10284513" y="38416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3" name="Google Shape;2573;p169"/>
          <p:cNvSpPr txBox="1"/>
          <p:nvPr>
            <p:ph idx="7" type="subTitle"/>
          </p:nvPr>
        </p:nvSpPr>
        <p:spPr>
          <a:xfrm>
            <a:off x="9078238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4" name="Google Shape;2574;p169"/>
          <p:cNvSpPr txBox="1"/>
          <p:nvPr>
            <p:ph idx="8" type="subTitle"/>
          </p:nvPr>
        </p:nvSpPr>
        <p:spPr>
          <a:xfrm>
            <a:off x="10284513" y="4603527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5" name="Google Shape;2575;p169"/>
          <p:cNvSpPr txBox="1"/>
          <p:nvPr>
            <p:ph idx="9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76" name="Google Shape;2576;p16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77" name="Google Shape;2577;p16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8" name="Google Shape;2578;p169"/>
          <p:cNvSpPr txBox="1"/>
          <p:nvPr>
            <p:ph idx="13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579" name="Google Shape;2579;p1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bg>
      <p:bgPr>
        <a:solidFill>
          <a:srgbClr val="292929"/>
        </a:solidFill>
      </p:bgPr>
    </p:bg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1" name="Google Shape;2581;p17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2" name="Google Shape;2582;p17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3" name="Google Shape;2583;p170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84" name="Google Shape;2584;p170"/>
          <p:cNvSpPr txBox="1"/>
          <p:nvPr>
            <p:ph idx="2" type="subTitle"/>
          </p:nvPr>
        </p:nvSpPr>
        <p:spPr>
          <a:xfrm>
            <a:off x="8048050" y="28986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85" name="Google Shape;2585;p170"/>
          <p:cNvSpPr txBox="1"/>
          <p:nvPr>
            <p:ph idx="3" type="subTitle"/>
          </p:nvPr>
        </p:nvSpPr>
        <p:spPr>
          <a:xfrm>
            <a:off x="8048050" y="25406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86" name="Google Shape;2586;p170"/>
          <p:cNvSpPr txBox="1"/>
          <p:nvPr>
            <p:ph idx="4" type="subTitle"/>
          </p:nvPr>
        </p:nvSpPr>
        <p:spPr>
          <a:xfrm>
            <a:off x="8048050" y="4676800"/>
            <a:ext cx="3410400" cy="7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87" name="Google Shape;2587;p170"/>
          <p:cNvSpPr txBox="1"/>
          <p:nvPr>
            <p:ph idx="5" type="subTitle"/>
          </p:nvPr>
        </p:nvSpPr>
        <p:spPr>
          <a:xfrm>
            <a:off x="8048050" y="4318800"/>
            <a:ext cx="34104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88" name="Google Shape;2588;p170"/>
          <p:cNvSpPr/>
          <p:nvPr/>
        </p:nvSpPr>
        <p:spPr>
          <a:xfrm>
            <a:off x="88952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9" name="Google Shape;2589;p170"/>
          <p:cNvSpPr/>
          <p:nvPr/>
        </p:nvSpPr>
        <p:spPr>
          <a:xfrm>
            <a:off x="88952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170"/>
          <p:cNvSpPr/>
          <p:nvPr/>
        </p:nvSpPr>
        <p:spPr>
          <a:xfrm>
            <a:off x="88952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1" name="Google Shape;2591;p170"/>
          <p:cNvSpPr/>
          <p:nvPr/>
        </p:nvSpPr>
        <p:spPr>
          <a:xfrm>
            <a:off x="88952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170"/>
          <p:cNvSpPr/>
          <p:nvPr/>
        </p:nvSpPr>
        <p:spPr>
          <a:xfrm>
            <a:off x="88952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170"/>
          <p:cNvSpPr/>
          <p:nvPr/>
        </p:nvSpPr>
        <p:spPr>
          <a:xfrm>
            <a:off x="88952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170"/>
          <p:cNvSpPr/>
          <p:nvPr/>
        </p:nvSpPr>
        <p:spPr>
          <a:xfrm>
            <a:off x="88952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5" name="Google Shape;2595;p170"/>
          <p:cNvSpPr/>
          <p:nvPr/>
        </p:nvSpPr>
        <p:spPr>
          <a:xfrm>
            <a:off x="88952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170"/>
          <p:cNvSpPr/>
          <p:nvPr/>
        </p:nvSpPr>
        <p:spPr>
          <a:xfrm>
            <a:off x="88952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7" name="Google Shape;2597;p170"/>
          <p:cNvSpPr/>
          <p:nvPr/>
        </p:nvSpPr>
        <p:spPr>
          <a:xfrm>
            <a:off x="88952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170"/>
          <p:cNvSpPr/>
          <p:nvPr/>
        </p:nvSpPr>
        <p:spPr>
          <a:xfrm>
            <a:off x="158600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9" name="Google Shape;2599;p170"/>
          <p:cNvSpPr/>
          <p:nvPr/>
        </p:nvSpPr>
        <p:spPr>
          <a:xfrm>
            <a:off x="158600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170"/>
          <p:cNvSpPr/>
          <p:nvPr/>
        </p:nvSpPr>
        <p:spPr>
          <a:xfrm>
            <a:off x="158600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170"/>
          <p:cNvSpPr/>
          <p:nvPr/>
        </p:nvSpPr>
        <p:spPr>
          <a:xfrm>
            <a:off x="158600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170"/>
          <p:cNvSpPr/>
          <p:nvPr/>
        </p:nvSpPr>
        <p:spPr>
          <a:xfrm>
            <a:off x="158600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170"/>
          <p:cNvSpPr/>
          <p:nvPr/>
        </p:nvSpPr>
        <p:spPr>
          <a:xfrm>
            <a:off x="158600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170"/>
          <p:cNvSpPr/>
          <p:nvPr/>
        </p:nvSpPr>
        <p:spPr>
          <a:xfrm>
            <a:off x="158600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170"/>
          <p:cNvSpPr/>
          <p:nvPr/>
        </p:nvSpPr>
        <p:spPr>
          <a:xfrm>
            <a:off x="158600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170"/>
          <p:cNvSpPr/>
          <p:nvPr/>
        </p:nvSpPr>
        <p:spPr>
          <a:xfrm>
            <a:off x="158600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170"/>
          <p:cNvSpPr/>
          <p:nvPr/>
        </p:nvSpPr>
        <p:spPr>
          <a:xfrm>
            <a:off x="158600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170"/>
          <p:cNvSpPr/>
          <p:nvPr/>
        </p:nvSpPr>
        <p:spPr>
          <a:xfrm>
            <a:off x="228247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9" name="Google Shape;2609;p170"/>
          <p:cNvSpPr/>
          <p:nvPr/>
        </p:nvSpPr>
        <p:spPr>
          <a:xfrm>
            <a:off x="228247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170"/>
          <p:cNvSpPr/>
          <p:nvPr/>
        </p:nvSpPr>
        <p:spPr>
          <a:xfrm>
            <a:off x="228247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170"/>
          <p:cNvSpPr/>
          <p:nvPr/>
        </p:nvSpPr>
        <p:spPr>
          <a:xfrm>
            <a:off x="228247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p170"/>
          <p:cNvSpPr/>
          <p:nvPr/>
        </p:nvSpPr>
        <p:spPr>
          <a:xfrm>
            <a:off x="228247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170"/>
          <p:cNvSpPr/>
          <p:nvPr/>
        </p:nvSpPr>
        <p:spPr>
          <a:xfrm>
            <a:off x="228247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170"/>
          <p:cNvSpPr/>
          <p:nvPr/>
        </p:nvSpPr>
        <p:spPr>
          <a:xfrm>
            <a:off x="228247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170"/>
          <p:cNvSpPr/>
          <p:nvPr/>
        </p:nvSpPr>
        <p:spPr>
          <a:xfrm>
            <a:off x="228247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170"/>
          <p:cNvSpPr/>
          <p:nvPr/>
        </p:nvSpPr>
        <p:spPr>
          <a:xfrm>
            <a:off x="228247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170"/>
          <p:cNvSpPr/>
          <p:nvPr/>
        </p:nvSpPr>
        <p:spPr>
          <a:xfrm>
            <a:off x="228247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170"/>
          <p:cNvSpPr/>
          <p:nvPr/>
        </p:nvSpPr>
        <p:spPr>
          <a:xfrm>
            <a:off x="297895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170"/>
          <p:cNvSpPr/>
          <p:nvPr/>
        </p:nvSpPr>
        <p:spPr>
          <a:xfrm>
            <a:off x="297895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170"/>
          <p:cNvSpPr/>
          <p:nvPr/>
        </p:nvSpPr>
        <p:spPr>
          <a:xfrm>
            <a:off x="297895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170"/>
          <p:cNvSpPr/>
          <p:nvPr/>
        </p:nvSpPr>
        <p:spPr>
          <a:xfrm>
            <a:off x="297895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170"/>
          <p:cNvSpPr/>
          <p:nvPr/>
        </p:nvSpPr>
        <p:spPr>
          <a:xfrm>
            <a:off x="297895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170"/>
          <p:cNvSpPr/>
          <p:nvPr/>
        </p:nvSpPr>
        <p:spPr>
          <a:xfrm>
            <a:off x="297895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170"/>
          <p:cNvSpPr/>
          <p:nvPr/>
        </p:nvSpPr>
        <p:spPr>
          <a:xfrm>
            <a:off x="297895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170"/>
          <p:cNvSpPr/>
          <p:nvPr/>
        </p:nvSpPr>
        <p:spPr>
          <a:xfrm>
            <a:off x="297895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6" name="Google Shape;2626;p170"/>
          <p:cNvSpPr/>
          <p:nvPr/>
        </p:nvSpPr>
        <p:spPr>
          <a:xfrm>
            <a:off x="297895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170"/>
          <p:cNvSpPr/>
          <p:nvPr/>
        </p:nvSpPr>
        <p:spPr>
          <a:xfrm>
            <a:off x="297895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170"/>
          <p:cNvSpPr/>
          <p:nvPr/>
        </p:nvSpPr>
        <p:spPr>
          <a:xfrm>
            <a:off x="367542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9" name="Google Shape;2629;p170"/>
          <p:cNvSpPr/>
          <p:nvPr/>
        </p:nvSpPr>
        <p:spPr>
          <a:xfrm>
            <a:off x="367542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0" name="Google Shape;2630;p170"/>
          <p:cNvSpPr/>
          <p:nvPr/>
        </p:nvSpPr>
        <p:spPr>
          <a:xfrm>
            <a:off x="367542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170"/>
          <p:cNvSpPr/>
          <p:nvPr/>
        </p:nvSpPr>
        <p:spPr>
          <a:xfrm>
            <a:off x="367542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2" name="Google Shape;2632;p170"/>
          <p:cNvSpPr/>
          <p:nvPr/>
        </p:nvSpPr>
        <p:spPr>
          <a:xfrm>
            <a:off x="367542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170"/>
          <p:cNvSpPr/>
          <p:nvPr/>
        </p:nvSpPr>
        <p:spPr>
          <a:xfrm>
            <a:off x="367542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170"/>
          <p:cNvSpPr/>
          <p:nvPr/>
        </p:nvSpPr>
        <p:spPr>
          <a:xfrm>
            <a:off x="367542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170"/>
          <p:cNvSpPr/>
          <p:nvPr/>
        </p:nvSpPr>
        <p:spPr>
          <a:xfrm>
            <a:off x="367542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170"/>
          <p:cNvSpPr/>
          <p:nvPr/>
        </p:nvSpPr>
        <p:spPr>
          <a:xfrm>
            <a:off x="367542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170"/>
          <p:cNvSpPr/>
          <p:nvPr/>
        </p:nvSpPr>
        <p:spPr>
          <a:xfrm>
            <a:off x="367542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170"/>
          <p:cNvSpPr/>
          <p:nvPr/>
        </p:nvSpPr>
        <p:spPr>
          <a:xfrm>
            <a:off x="437190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170"/>
          <p:cNvSpPr/>
          <p:nvPr/>
        </p:nvSpPr>
        <p:spPr>
          <a:xfrm>
            <a:off x="437190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0" name="Google Shape;2640;p170"/>
          <p:cNvSpPr/>
          <p:nvPr/>
        </p:nvSpPr>
        <p:spPr>
          <a:xfrm>
            <a:off x="437190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170"/>
          <p:cNvSpPr/>
          <p:nvPr/>
        </p:nvSpPr>
        <p:spPr>
          <a:xfrm>
            <a:off x="437190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2" name="Google Shape;2642;p170"/>
          <p:cNvSpPr/>
          <p:nvPr/>
        </p:nvSpPr>
        <p:spPr>
          <a:xfrm>
            <a:off x="437190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170"/>
          <p:cNvSpPr/>
          <p:nvPr/>
        </p:nvSpPr>
        <p:spPr>
          <a:xfrm>
            <a:off x="437190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170"/>
          <p:cNvSpPr/>
          <p:nvPr/>
        </p:nvSpPr>
        <p:spPr>
          <a:xfrm>
            <a:off x="437190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170"/>
          <p:cNvSpPr/>
          <p:nvPr/>
        </p:nvSpPr>
        <p:spPr>
          <a:xfrm>
            <a:off x="437190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170"/>
          <p:cNvSpPr/>
          <p:nvPr/>
        </p:nvSpPr>
        <p:spPr>
          <a:xfrm>
            <a:off x="437190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170"/>
          <p:cNvSpPr/>
          <p:nvPr/>
        </p:nvSpPr>
        <p:spPr>
          <a:xfrm>
            <a:off x="437190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170"/>
          <p:cNvSpPr/>
          <p:nvPr/>
        </p:nvSpPr>
        <p:spPr>
          <a:xfrm>
            <a:off x="506837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170"/>
          <p:cNvSpPr/>
          <p:nvPr/>
        </p:nvSpPr>
        <p:spPr>
          <a:xfrm>
            <a:off x="506837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170"/>
          <p:cNvSpPr/>
          <p:nvPr/>
        </p:nvSpPr>
        <p:spPr>
          <a:xfrm>
            <a:off x="506837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170"/>
          <p:cNvSpPr/>
          <p:nvPr/>
        </p:nvSpPr>
        <p:spPr>
          <a:xfrm>
            <a:off x="506837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170"/>
          <p:cNvSpPr/>
          <p:nvPr/>
        </p:nvSpPr>
        <p:spPr>
          <a:xfrm>
            <a:off x="506837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170"/>
          <p:cNvSpPr/>
          <p:nvPr/>
        </p:nvSpPr>
        <p:spPr>
          <a:xfrm>
            <a:off x="506837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170"/>
          <p:cNvSpPr/>
          <p:nvPr/>
        </p:nvSpPr>
        <p:spPr>
          <a:xfrm>
            <a:off x="506837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170"/>
          <p:cNvSpPr/>
          <p:nvPr/>
        </p:nvSpPr>
        <p:spPr>
          <a:xfrm>
            <a:off x="506837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170"/>
          <p:cNvSpPr/>
          <p:nvPr/>
        </p:nvSpPr>
        <p:spPr>
          <a:xfrm>
            <a:off x="506837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170"/>
          <p:cNvSpPr/>
          <p:nvPr/>
        </p:nvSpPr>
        <p:spPr>
          <a:xfrm>
            <a:off x="506837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170"/>
          <p:cNvSpPr/>
          <p:nvPr/>
        </p:nvSpPr>
        <p:spPr>
          <a:xfrm>
            <a:off x="576485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170"/>
          <p:cNvSpPr/>
          <p:nvPr/>
        </p:nvSpPr>
        <p:spPr>
          <a:xfrm>
            <a:off x="576485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170"/>
          <p:cNvSpPr/>
          <p:nvPr/>
        </p:nvSpPr>
        <p:spPr>
          <a:xfrm>
            <a:off x="576485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170"/>
          <p:cNvSpPr/>
          <p:nvPr/>
        </p:nvSpPr>
        <p:spPr>
          <a:xfrm>
            <a:off x="576485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170"/>
          <p:cNvSpPr/>
          <p:nvPr/>
        </p:nvSpPr>
        <p:spPr>
          <a:xfrm>
            <a:off x="576485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70"/>
          <p:cNvSpPr/>
          <p:nvPr/>
        </p:nvSpPr>
        <p:spPr>
          <a:xfrm>
            <a:off x="576485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170"/>
          <p:cNvSpPr/>
          <p:nvPr/>
        </p:nvSpPr>
        <p:spPr>
          <a:xfrm>
            <a:off x="576485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170"/>
          <p:cNvSpPr/>
          <p:nvPr/>
        </p:nvSpPr>
        <p:spPr>
          <a:xfrm>
            <a:off x="576485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170"/>
          <p:cNvSpPr/>
          <p:nvPr/>
        </p:nvSpPr>
        <p:spPr>
          <a:xfrm>
            <a:off x="576485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170"/>
          <p:cNvSpPr/>
          <p:nvPr/>
        </p:nvSpPr>
        <p:spPr>
          <a:xfrm>
            <a:off x="576485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170"/>
          <p:cNvSpPr/>
          <p:nvPr/>
        </p:nvSpPr>
        <p:spPr>
          <a:xfrm>
            <a:off x="6461325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170"/>
          <p:cNvSpPr/>
          <p:nvPr/>
        </p:nvSpPr>
        <p:spPr>
          <a:xfrm>
            <a:off x="6461325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170"/>
          <p:cNvSpPr/>
          <p:nvPr/>
        </p:nvSpPr>
        <p:spPr>
          <a:xfrm>
            <a:off x="6461325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170"/>
          <p:cNvSpPr/>
          <p:nvPr/>
        </p:nvSpPr>
        <p:spPr>
          <a:xfrm>
            <a:off x="6461325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170"/>
          <p:cNvSpPr/>
          <p:nvPr/>
        </p:nvSpPr>
        <p:spPr>
          <a:xfrm>
            <a:off x="6461325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170"/>
          <p:cNvSpPr/>
          <p:nvPr/>
        </p:nvSpPr>
        <p:spPr>
          <a:xfrm>
            <a:off x="6461325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170"/>
          <p:cNvSpPr/>
          <p:nvPr/>
        </p:nvSpPr>
        <p:spPr>
          <a:xfrm>
            <a:off x="6461325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170"/>
          <p:cNvSpPr/>
          <p:nvPr/>
        </p:nvSpPr>
        <p:spPr>
          <a:xfrm>
            <a:off x="6461325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170"/>
          <p:cNvSpPr/>
          <p:nvPr/>
        </p:nvSpPr>
        <p:spPr>
          <a:xfrm>
            <a:off x="6461325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170"/>
          <p:cNvSpPr/>
          <p:nvPr/>
        </p:nvSpPr>
        <p:spPr>
          <a:xfrm>
            <a:off x="6461325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170"/>
          <p:cNvSpPr/>
          <p:nvPr/>
        </p:nvSpPr>
        <p:spPr>
          <a:xfrm>
            <a:off x="7157800" y="25406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170"/>
          <p:cNvSpPr/>
          <p:nvPr/>
        </p:nvSpPr>
        <p:spPr>
          <a:xfrm>
            <a:off x="7157800" y="26491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170"/>
          <p:cNvSpPr/>
          <p:nvPr/>
        </p:nvSpPr>
        <p:spPr>
          <a:xfrm>
            <a:off x="7157800" y="27577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170"/>
          <p:cNvSpPr/>
          <p:nvPr/>
        </p:nvSpPr>
        <p:spPr>
          <a:xfrm>
            <a:off x="7157800" y="28663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170"/>
          <p:cNvSpPr/>
          <p:nvPr/>
        </p:nvSpPr>
        <p:spPr>
          <a:xfrm>
            <a:off x="7157800" y="29749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170"/>
          <p:cNvSpPr/>
          <p:nvPr/>
        </p:nvSpPr>
        <p:spPr>
          <a:xfrm>
            <a:off x="7157800" y="30834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170"/>
          <p:cNvSpPr/>
          <p:nvPr/>
        </p:nvSpPr>
        <p:spPr>
          <a:xfrm>
            <a:off x="7157800" y="319205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70"/>
          <p:cNvSpPr/>
          <p:nvPr/>
        </p:nvSpPr>
        <p:spPr>
          <a:xfrm>
            <a:off x="7157800" y="330062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170"/>
          <p:cNvSpPr/>
          <p:nvPr/>
        </p:nvSpPr>
        <p:spPr>
          <a:xfrm>
            <a:off x="7157800" y="3409200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170"/>
          <p:cNvSpPr/>
          <p:nvPr/>
        </p:nvSpPr>
        <p:spPr>
          <a:xfrm>
            <a:off x="7157800" y="3517775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170"/>
          <p:cNvSpPr/>
          <p:nvPr/>
        </p:nvSpPr>
        <p:spPr>
          <a:xfrm>
            <a:off x="88952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170"/>
          <p:cNvSpPr/>
          <p:nvPr/>
        </p:nvSpPr>
        <p:spPr>
          <a:xfrm>
            <a:off x="88952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170"/>
          <p:cNvSpPr/>
          <p:nvPr/>
        </p:nvSpPr>
        <p:spPr>
          <a:xfrm>
            <a:off x="88952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170"/>
          <p:cNvSpPr/>
          <p:nvPr/>
        </p:nvSpPr>
        <p:spPr>
          <a:xfrm>
            <a:off x="88952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170"/>
          <p:cNvSpPr/>
          <p:nvPr/>
        </p:nvSpPr>
        <p:spPr>
          <a:xfrm>
            <a:off x="88952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170"/>
          <p:cNvSpPr/>
          <p:nvPr/>
        </p:nvSpPr>
        <p:spPr>
          <a:xfrm>
            <a:off x="88952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170"/>
          <p:cNvSpPr/>
          <p:nvPr/>
        </p:nvSpPr>
        <p:spPr>
          <a:xfrm>
            <a:off x="88952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170"/>
          <p:cNvSpPr/>
          <p:nvPr/>
        </p:nvSpPr>
        <p:spPr>
          <a:xfrm>
            <a:off x="88952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170"/>
          <p:cNvSpPr/>
          <p:nvPr/>
        </p:nvSpPr>
        <p:spPr>
          <a:xfrm>
            <a:off x="88952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170"/>
          <p:cNvSpPr/>
          <p:nvPr/>
        </p:nvSpPr>
        <p:spPr>
          <a:xfrm>
            <a:off x="88952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170"/>
          <p:cNvSpPr/>
          <p:nvPr/>
        </p:nvSpPr>
        <p:spPr>
          <a:xfrm>
            <a:off x="158600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170"/>
          <p:cNvSpPr/>
          <p:nvPr/>
        </p:nvSpPr>
        <p:spPr>
          <a:xfrm>
            <a:off x="158600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170"/>
          <p:cNvSpPr/>
          <p:nvPr/>
        </p:nvSpPr>
        <p:spPr>
          <a:xfrm>
            <a:off x="158600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70"/>
          <p:cNvSpPr/>
          <p:nvPr/>
        </p:nvSpPr>
        <p:spPr>
          <a:xfrm>
            <a:off x="158600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170"/>
          <p:cNvSpPr/>
          <p:nvPr/>
        </p:nvSpPr>
        <p:spPr>
          <a:xfrm>
            <a:off x="158600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170"/>
          <p:cNvSpPr/>
          <p:nvPr/>
        </p:nvSpPr>
        <p:spPr>
          <a:xfrm>
            <a:off x="158600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170"/>
          <p:cNvSpPr/>
          <p:nvPr/>
        </p:nvSpPr>
        <p:spPr>
          <a:xfrm>
            <a:off x="158600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170"/>
          <p:cNvSpPr/>
          <p:nvPr/>
        </p:nvSpPr>
        <p:spPr>
          <a:xfrm>
            <a:off x="158600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170"/>
          <p:cNvSpPr/>
          <p:nvPr/>
        </p:nvSpPr>
        <p:spPr>
          <a:xfrm>
            <a:off x="158600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170"/>
          <p:cNvSpPr/>
          <p:nvPr/>
        </p:nvSpPr>
        <p:spPr>
          <a:xfrm>
            <a:off x="158600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170"/>
          <p:cNvSpPr/>
          <p:nvPr/>
        </p:nvSpPr>
        <p:spPr>
          <a:xfrm>
            <a:off x="228247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170"/>
          <p:cNvSpPr/>
          <p:nvPr/>
        </p:nvSpPr>
        <p:spPr>
          <a:xfrm>
            <a:off x="228247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170"/>
          <p:cNvSpPr/>
          <p:nvPr/>
        </p:nvSpPr>
        <p:spPr>
          <a:xfrm>
            <a:off x="228247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170"/>
          <p:cNvSpPr/>
          <p:nvPr/>
        </p:nvSpPr>
        <p:spPr>
          <a:xfrm>
            <a:off x="228247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170"/>
          <p:cNvSpPr/>
          <p:nvPr/>
        </p:nvSpPr>
        <p:spPr>
          <a:xfrm>
            <a:off x="228247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170"/>
          <p:cNvSpPr/>
          <p:nvPr/>
        </p:nvSpPr>
        <p:spPr>
          <a:xfrm>
            <a:off x="228247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170"/>
          <p:cNvSpPr/>
          <p:nvPr/>
        </p:nvSpPr>
        <p:spPr>
          <a:xfrm>
            <a:off x="228247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170"/>
          <p:cNvSpPr/>
          <p:nvPr/>
        </p:nvSpPr>
        <p:spPr>
          <a:xfrm>
            <a:off x="228247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170"/>
          <p:cNvSpPr/>
          <p:nvPr/>
        </p:nvSpPr>
        <p:spPr>
          <a:xfrm>
            <a:off x="228247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7" name="Google Shape;2717;p170"/>
          <p:cNvSpPr/>
          <p:nvPr/>
        </p:nvSpPr>
        <p:spPr>
          <a:xfrm>
            <a:off x="228247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170"/>
          <p:cNvSpPr/>
          <p:nvPr/>
        </p:nvSpPr>
        <p:spPr>
          <a:xfrm>
            <a:off x="297895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170"/>
          <p:cNvSpPr/>
          <p:nvPr/>
        </p:nvSpPr>
        <p:spPr>
          <a:xfrm>
            <a:off x="297895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0" name="Google Shape;2720;p170"/>
          <p:cNvSpPr/>
          <p:nvPr/>
        </p:nvSpPr>
        <p:spPr>
          <a:xfrm>
            <a:off x="297895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1" name="Google Shape;2721;p170"/>
          <p:cNvSpPr/>
          <p:nvPr/>
        </p:nvSpPr>
        <p:spPr>
          <a:xfrm>
            <a:off x="297895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170"/>
          <p:cNvSpPr/>
          <p:nvPr/>
        </p:nvSpPr>
        <p:spPr>
          <a:xfrm>
            <a:off x="297895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170"/>
          <p:cNvSpPr/>
          <p:nvPr/>
        </p:nvSpPr>
        <p:spPr>
          <a:xfrm>
            <a:off x="297895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170"/>
          <p:cNvSpPr/>
          <p:nvPr/>
        </p:nvSpPr>
        <p:spPr>
          <a:xfrm>
            <a:off x="297895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5" name="Google Shape;2725;p170"/>
          <p:cNvSpPr/>
          <p:nvPr/>
        </p:nvSpPr>
        <p:spPr>
          <a:xfrm>
            <a:off x="297895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170"/>
          <p:cNvSpPr/>
          <p:nvPr/>
        </p:nvSpPr>
        <p:spPr>
          <a:xfrm>
            <a:off x="297895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7" name="Google Shape;2727;p170"/>
          <p:cNvSpPr/>
          <p:nvPr/>
        </p:nvSpPr>
        <p:spPr>
          <a:xfrm>
            <a:off x="297895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170"/>
          <p:cNvSpPr/>
          <p:nvPr/>
        </p:nvSpPr>
        <p:spPr>
          <a:xfrm>
            <a:off x="367542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170"/>
          <p:cNvSpPr/>
          <p:nvPr/>
        </p:nvSpPr>
        <p:spPr>
          <a:xfrm>
            <a:off x="367542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0" name="Google Shape;2730;p170"/>
          <p:cNvSpPr/>
          <p:nvPr/>
        </p:nvSpPr>
        <p:spPr>
          <a:xfrm>
            <a:off x="367542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170"/>
          <p:cNvSpPr/>
          <p:nvPr/>
        </p:nvSpPr>
        <p:spPr>
          <a:xfrm>
            <a:off x="367542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2" name="Google Shape;2732;p170"/>
          <p:cNvSpPr/>
          <p:nvPr/>
        </p:nvSpPr>
        <p:spPr>
          <a:xfrm>
            <a:off x="367542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170"/>
          <p:cNvSpPr/>
          <p:nvPr/>
        </p:nvSpPr>
        <p:spPr>
          <a:xfrm>
            <a:off x="367542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4" name="Google Shape;2734;p170"/>
          <p:cNvSpPr/>
          <p:nvPr/>
        </p:nvSpPr>
        <p:spPr>
          <a:xfrm>
            <a:off x="367542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5" name="Google Shape;2735;p170"/>
          <p:cNvSpPr/>
          <p:nvPr/>
        </p:nvSpPr>
        <p:spPr>
          <a:xfrm>
            <a:off x="367542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170"/>
          <p:cNvSpPr/>
          <p:nvPr/>
        </p:nvSpPr>
        <p:spPr>
          <a:xfrm>
            <a:off x="367542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7" name="Google Shape;2737;p170"/>
          <p:cNvSpPr/>
          <p:nvPr/>
        </p:nvSpPr>
        <p:spPr>
          <a:xfrm>
            <a:off x="367542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8" name="Google Shape;2738;p170"/>
          <p:cNvSpPr/>
          <p:nvPr/>
        </p:nvSpPr>
        <p:spPr>
          <a:xfrm>
            <a:off x="437190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170"/>
          <p:cNvSpPr/>
          <p:nvPr/>
        </p:nvSpPr>
        <p:spPr>
          <a:xfrm>
            <a:off x="437190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0" name="Google Shape;2740;p170"/>
          <p:cNvSpPr/>
          <p:nvPr/>
        </p:nvSpPr>
        <p:spPr>
          <a:xfrm>
            <a:off x="437190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170"/>
          <p:cNvSpPr/>
          <p:nvPr/>
        </p:nvSpPr>
        <p:spPr>
          <a:xfrm>
            <a:off x="437190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170"/>
          <p:cNvSpPr/>
          <p:nvPr/>
        </p:nvSpPr>
        <p:spPr>
          <a:xfrm>
            <a:off x="437190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170"/>
          <p:cNvSpPr/>
          <p:nvPr/>
        </p:nvSpPr>
        <p:spPr>
          <a:xfrm>
            <a:off x="437190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4" name="Google Shape;2744;p170"/>
          <p:cNvSpPr/>
          <p:nvPr/>
        </p:nvSpPr>
        <p:spPr>
          <a:xfrm>
            <a:off x="437190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70"/>
          <p:cNvSpPr/>
          <p:nvPr/>
        </p:nvSpPr>
        <p:spPr>
          <a:xfrm>
            <a:off x="437190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6" name="Google Shape;2746;p170"/>
          <p:cNvSpPr/>
          <p:nvPr/>
        </p:nvSpPr>
        <p:spPr>
          <a:xfrm>
            <a:off x="437190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170"/>
          <p:cNvSpPr/>
          <p:nvPr/>
        </p:nvSpPr>
        <p:spPr>
          <a:xfrm>
            <a:off x="437190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170"/>
          <p:cNvSpPr/>
          <p:nvPr/>
        </p:nvSpPr>
        <p:spPr>
          <a:xfrm>
            <a:off x="506837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170"/>
          <p:cNvSpPr/>
          <p:nvPr/>
        </p:nvSpPr>
        <p:spPr>
          <a:xfrm>
            <a:off x="506837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170"/>
          <p:cNvSpPr/>
          <p:nvPr/>
        </p:nvSpPr>
        <p:spPr>
          <a:xfrm>
            <a:off x="506837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170"/>
          <p:cNvSpPr/>
          <p:nvPr/>
        </p:nvSpPr>
        <p:spPr>
          <a:xfrm>
            <a:off x="506837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170"/>
          <p:cNvSpPr/>
          <p:nvPr/>
        </p:nvSpPr>
        <p:spPr>
          <a:xfrm>
            <a:off x="506837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170"/>
          <p:cNvSpPr/>
          <p:nvPr/>
        </p:nvSpPr>
        <p:spPr>
          <a:xfrm>
            <a:off x="506837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170"/>
          <p:cNvSpPr/>
          <p:nvPr/>
        </p:nvSpPr>
        <p:spPr>
          <a:xfrm>
            <a:off x="506837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170"/>
          <p:cNvSpPr/>
          <p:nvPr/>
        </p:nvSpPr>
        <p:spPr>
          <a:xfrm>
            <a:off x="506837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170"/>
          <p:cNvSpPr/>
          <p:nvPr/>
        </p:nvSpPr>
        <p:spPr>
          <a:xfrm>
            <a:off x="506837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170"/>
          <p:cNvSpPr/>
          <p:nvPr/>
        </p:nvSpPr>
        <p:spPr>
          <a:xfrm>
            <a:off x="506837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170"/>
          <p:cNvSpPr/>
          <p:nvPr/>
        </p:nvSpPr>
        <p:spPr>
          <a:xfrm>
            <a:off x="576485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170"/>
          <p:cNvSpPr/>
          <p:nvPr/>
        </p:nvSpPr>
        <p:spPr>
          <a:xfrm>
            <a:off x="576485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0" name="Google Shape;2760;p170"/>
          <p:cNvSpPr/>
          <p:nvPr/>
        </p:nvSpPr>
        <p:spPr>
          <a:xfrm>
            <a:off x="576485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170"/>
          <p:cNvSpPr/>
          <p:nvPr/>
        </p:nvSpPr>
        <p:spPr>
          <a:xfrm>
            <a:off x="576485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2" name="Google Shape;2762;p170"/>
          <p:cNvSpPr/>
          <p:nvPr/>
        </p:nvSpPr>
        <p:spPr>
          <a:xfrm>
            <a:off x="576485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170"/>
          <p:cNvSpPr/>
          <p:nvPr/>
        </p:nvSpPr>
        <p:spPr>
          <a:xfrm>
            <a:off x="576485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170"/>
          <p:cNvSpPr/>
          <p:nvPr/>
        </p:nvSpPr>
        <p:spPr>
          <a:xfrm>
            <a:off x="576485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170"/>
          <p:cNvSpPr/>
          <p:nvPr/>
        </p:nvSpPr>
        <p:spPr>
          <a:xfrm>
            <a:off x="576485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6" name="Google Shape;2766;p170"/>
          <p:cNvSpPr/>
          <p:nvPr/>
        </p:nvSpPr>
        <p:spPr>
          <a:xfrm>
            <a:off x="576485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170"/>
          <p:cNvSpPr/>
          <p:nvPr/>
        </p:nvSpPr>
        <p:spPr>
          <a:xfrm>
            <a:off x="576485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170"/>
          <p:cNvSpPr/>
          <p:nvPr/>
        </p:nvSpPr>
        <p:spPr>
          <a:xfrm>
            <a:off x="6461325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9" name="Google Shape;2769;p170"/>
          <p:cNvSpPr/>
          <p:nvPr/>
        </p:nvSpPr>
        <p:spPr>
          <a:xfrm>
            <a:off x="6461325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170"/>
          <p:cNvSpPr/>
          <p:nvPr/>
        </p:nvSpPr>
        <p:spPr>
          <a:xfrm>
            <a:off x="6461325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170"/>
          <p:cNvSpPr/>
          <p:nvPr/>
        </p:nvSpPr>
        <p:spPr>
          <a:xfrm>
            <a:off x="6461325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2" name="Google Shape;2772;p170"/>
          <p:cNvSpPr/>
          <p:nvPr/>
        </p:nvSpPr>
        <p:spPr>
          <a:xfrm>
            <a:off x="6461325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170"/>
          <p:cNvSpPr/>
          <p:nvPr/>
        </p:nvSpPr>
        <p:spPr>
          <a:xfrm>
            <a:off x="6461325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4" name="Google Shape;2774;p170"/>
          <p:cNvSpPr/>
          <p:nvPr/>
        </p:nvSpPr>
        <p:spPr>
          <a:xfrm>
            <a:off x="6461325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170"/>
          <p:cNvSpPr/>
          <p:nvPr/>
        </p:nvSpPr>
        <p:spPr>
          <a:xfrm>
            <a:off x="6461325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6" name="Google Shape;2776;p170"/>
          <p:cNvSpPr/>
          <p:nvPr/>
        </p:nvSpPr>
        <p:spPr>
          <a:xfrm>
            <a:off x="6461325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170"/>
          <p:cNvSpPr/>
          <p:nvPr/>
        </p:nvSpPr>
        <p:spPr>
          <a:xfrm>
            <a:off x="6461325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170"/>
          <p:cNvSpPr/>
          <p:nvPr/>
        </p:nvSpPr>
        <p:spPr>
          <a:xfrm>
            <a:off x="7157800" y="43187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9" name="Google Shape;2779;p170"/>
          <p:cNvSpPr/>
          <p:nvPr/>
        </p:nvSpPr>
        <p:spPr>
          <a:xfrm>
            <a:off x="7157800" y="44273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0" name="Google Shape;2780;p170"/>
          <p:cNvSpPr/>
          <p:nvPr/>
        </p:nvSpPr>
        <p:spPr>
          <a:xfrm>
            <a:off x="7157800" y="45359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1" name="Google Shape;2781;p170"/>
          <p:cNvSpPr/>
          <p:nvPr/>
        </p:nvSpPr>
        <p:spPr>
          <a:xfrm>
            <a:off x="7157800" y="46445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170"/>
          <p:cNvSpPr/>
          <p:nvPr/>
        </p:nvSpPr>
        <p:spPr>
          <a:xfrm>
            <a:off x="7157800" y="47530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3" name="Google Shape;2783;p170"/>
          <p:cNvSpPr/>
          <p:nvPr/>
        </p:nvSpPr>
        <p:spPr>
          <a:xfrm>
            <a:off x="7157800" y="48616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170"/>
          <p:cNvSpPr/>
          <p:nvPr/>
        </p:nvSpPr>
        <p:spPr>
          <a:xfrm>
            <a:off x="7157800" y="497023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170"/>
          <p:cNvSpPr/>
          <p:nvPr/>
        </p:nvSpPr>
        <p:spPr>
          <a:xfrm>
            <a:off x="7157800" y="507881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170"/>
          <p:cNvSpPr/>
          <p:nvPr/>
        </p:nvSpPr>
        <p:spPr>
          <a:xfrm>
            <a:off x="7157800" y="5187389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7" name="Google Shape;2787;p170"/>
          <p:cNvSpPr/>
          <p:nvPr/>
        </p:nvSpPr>
        <p:spPr>
          <a:xfrm>
            <a:off x="7157800" y="5295964"/>
            <a:ext cx="574500" cy="381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170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89" name="Google Shape;2789;p170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90" name="Google Shape;2790;p17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1" name="Google Shape;2791;p170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792" name="Google Shape;2792;p1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bg>
      <p:bgPr>
        <a:solidFill>
          <a:srgbClr val="292929"/>
        </a:solidFill>
      </p:bgPr>
    </p:bg>
    <p:spTree>
      <p:nvGrpSpPr>
        <p:cNvPr id="2793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4" name="Google Shape;2794;p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10700" y="2217200"/>
            <a:ext cx="553225" cy="55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5" name="Google Shape;2795;p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27750" y="2217200"/>
            <a:ext cx="553225" cy="55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6" name="Google Shape;2796;p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4800" y="2217200"/>
            <a:ext cx="553225" cy="553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7" name="Google Shape;2797;p17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8" name="Google Shape;2798;p17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9" name="Google Shape;2799;p171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00" name="Google Shape;2800;p171"/>
          <p:cNvCxnSpPr/>
          <p:nvPr/>
        </p:nvCxnSpPr>
        <p:spPr>
          <a:xfrm>
            <a:off x="430760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171"/>
          <p:cNvCxnSpPr/>
          <p:nvPr/>
        </p:nvCxnSpPr>
        <p:spPr>
          <a:xfrm>
            <a:off x="7890550" y="2776950"/>
            <a:ext cx="0" cy="2302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02" name="Google Shape;2802;p171"/>
          <p:cNvSpPr txBox="1"/>
          <p:nvPr>
            <p:ph idx="2" type="subTitle"/>
          </p:nvPr>
        </p:nvSpPr>
        <p:spPr>
          <a:xfrm>
            <a:off x="11409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3" name="Google Shape;2803;p171"/>
          <p:cNvSpPr txBox="1"/>
          <p:nvPr>
            <p:ph idx="3" type="subTitle"/>
          </p:nvPr>
        </p:nvSpPr>
        <p:spPr>
          <a:xfrm>
            <a:off x="11409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4" name="Google Shape;2804;p171"/>
          <p:cNvSpPr txBox="1"/>
          <p:nvPr>
            <p:ph idx="4" type="subTitle"/>
          </p:nvPr>
        </p:nvSpPr>
        <p:spPr>
          <a:xfrm>
            <a:off x="472387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5" name="Google Shape;2805;p171"/>
          <p:cNvSpPr txBox="1"/>
          <p:nvPr>
            <p:ph idx="5" type="subTitle"/>
          </p:nvPr>
        </p:nvSpPr>
        <p:spPr>
          <a:xfrm>
            <a:off x="8306825" y="2813710"/>
            <a:ext cx="27504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6" name="Google Shape;2806;p171"/>
          <p:cNvSpPr txBox="1"/>
          <p:nvPr>
            <p:ph idx="6" type="subTitle"/>
          </p:nvPr>
        </p:nvSpPr>
        <p:spPr>
          <a:xfrm>
            <a:off x="4720800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7" name="Google Shape;2807;p171"/>
          <p:cNvSpPr txBox="1"/>
          <p:nvPr>
            <p:ph idx="7" type="subTitle"/>
          </p:nvPr>
        </p:nvSpPr>
        <p:spPr>
          <a:xfrm>
            <a:off x="8306825" y="4681050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8" name="Google Shape;2808;p171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09" name="Google Shape;2809;p171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10" name="Google Shape;2810;p17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1" name="Google Shape;2811;p171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12" name="Google Shape;281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bg>
      <p:bgPr>
        <a:solidFill>
          <a:srgbClr val="292929"/>
        </a:solidFill>
      </p:bgPr>
    </p:bg>
    <p:spTree>
      <p:nvGrpSpPr>
        <p:cNvPr id="2813" name="Shape 2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4" name="Google Shape;2814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3275" y="2044900"/>
            <a:ext cx="731700" cy="73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5" name="Google Shape;2815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7075" y="2044900"/>
            <a:ext cx="731700" cy="731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6" name="Google Shape;2816;p17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7" name="Google Shape;2817;p17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8" name="Google Shape;2818;p172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19" name="Google Shape;2819;p172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20" name="Google Shape;2820;p172"/>
          <p:cNvSpPr txBox="1"/>
          <p:nvPr>
            <p:ph idx="2" type="subTitle"/>
          </p:nvPr>
        </p:nvSpPr>
        <p:spPr>
          <a:xfrm>
            <a:off x="13431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1" name="Google Shape;2821;p172"/>
          <p:cNvSpPr txBox="1"/>
          <p:nvPr>
            <p:ph idx="3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2" name="Google Shape;2822;p172"/>
          <p:cNvSpPr txBox="1"/>
          <p:nvPr>
            <p:ph idx="4" type="subTitle"/>
          </p:nvPr>
        </p:nvSpPr>
        <p:spPr>
          <a:xfrm>
            <a:off x="6529325" y="5036725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3" name="Google Shape;2823;p172"/>
          <p:cNvSpPr txBox="1"/>
          <p:nvPr>
            <p:ph idx="5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24" name="Google Shape;2824;p172"/>
          <p:cNvSpPr txBox="1"/>
          <p:nvPr>
            <p:ph idx="6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25" name="Google Shape;2825;p172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26" name="Google Shape;2826;p17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27" name="Google Shape;2827;p172"/>
          <p:cNvCxnSpPr/>
          <p:nvPr/>
        </p:nvCxnSpPr>
        <p:spPr>
          <a:xfrm>
            <a:off x="1366500" y="4884332"/>
            <a:ext cx="156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8" name="Google Shape;2828;p172"/>
          <p:cNvCxnSpPr/>
          <p:nvPr/>
        </p:nvCxnSpPr>
        <p:spPr>
          <a:xfrm>
            <a:off x="6552700" y="4884332"/>
            <a:ext cx="156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9" name="Google Shape;2829;p172"/>
          <p:cNvSpPr txBox="1"/>
          <p:nvPr>
            <p:ph idx="7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30" name="Google Shape;2830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bg>
      <p:bgPr>
        <a:solidFill>
          <a:srgbClr val="292929"/>
        </a:solidFill>
      </p:bgPr>
    </p:bg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2" name="Google Shape;2832;p1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9450" y="1298450"/>
            <a:ext cx="731700" cy="73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833" name="Google Shape;2833;p173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834" name="Google Shape;2834;p17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17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6" name="Google Shape;2836;p173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7" name="Google Shape;2837;p173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38" name="Google Shape;2838;p173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9" name="Google Shape;2839;p173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0" name="Google Shape;2840;p173"/>
          <p:cNvCxnSpPr/>
          <p:nvPr/>
        </p:nvCxnSpPr>
        <p:spPr>
          <a:xfrm>
            <a:off x="4488930" y="4884332"/>
            <a:ext cx="156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41" name="Google Shape;2841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bg>
      <p:bgPr>
        <a:solidFill>
          <a:srgbClr val="292929"/>
        </a:solidFill>
      </p:bgPr>
    </p:bg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3" name="Google Shape;2843;p17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4" name="Google Shape;2844;p17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5" name="Google Shape;2845;p174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46" name="Google Shape;2846;p174"/>
          <p:cNvSpPr txBox="1"/>
          <p:nvPr>
            <p:ph idx="2" type="subTitle"/>
          </p:nvPr>
        </p:nvSpPr>
        <p:spPr>
          <a:xfrm>
            <a:off x="6855088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47" name="Google Shape;2847;p174"/>
          <p:cNvSpPr txBox="1"/>
          <p:nvPr>
            <p:ph idx="3" type="subTitle"/>
          </p:nvPr>
        </p:nvSpPr>
        <p:spPr>
          <a:xfrm>
            <a:off x="6855081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48" name="Google Shape;2848;p174"/>
          <p:cNvSpPr txBox="1"/>
          <p:nvPr>
            <p:ph idx="4" type="subTitle"/>
          </p:nvPr>
        </p:nvSpPr>
        <p:spPr>
          <a:xfrm>
            <a:off x="6855088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49" name="Google Shape;2849;p174"/>
          <p:cNvSpPr txBox="1"/>
          <p:nvPr>
            <p:ph idx="5" type="subTitle"/>
          </p:nvPr>
        </p:nvSpPr>
        <p:spPr>
          <a:xfrm>
            <a:off x="6855081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0" name="Google Shape;2850;p174"/>
          <p:cNvSpPr txBox="1"/>
          <p:nvPr>
            <p:ph idx="6" type="subTitle"/>
          </p:nvPr>
        </p:nvSpPr>
        <p:spPr>
          <a:xfrm>
            <a:off x="2084625" y="2788100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51" name="Google Shape;2851;p174"/>
          <p:cNvSpPr txBox="1"/>
          <p:nvPr>
            <p:ph idx="7" type="subTitle"/>
          </p:nvPr>
        </p:nvSpPr>
        <p:spPr>
          <a:xfrm>
            <a:off x="2084600" y="2352950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2" name="Google Shape;2852;p174"/>
          <p:cNvSpPr txBox="1"/>
          <p:nvPr>
            <p:ph idx="8" type="subTitle"/>
          </p:nvPr>
        </p:nvSpPr>
        <p:spPr>
          <a:xfrm>
            <a:off x="2084625" y="4434375"/>
            <a:ext cx="35121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53" name="Google Shape;2853;p174"/>
          <p:cNvSpPr txBox="1"/>
          <p:nvPr>
            <p:ph idx="9" type="subTitle"/>
          </p:nvPr>
        </p:nvSpPr>
        <p:spPr>
          <a:xfrm>
            <a:off x="2084600" y="3999225"/>
            <a:ext cx="35121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4" name="Google Shape;2854;p174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5" name="Google Shape;2855;p174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56" name="Google Shape;2856;p174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7" name="Google Shape;2857;p174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58" name="Google Shape;2858;p1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bg>
      <p:bgPr>
        <a:solidFill>
          <a:srgbClr val="292929"/>
        </a:solidFill>
      </p:bgPr>
    </p:bg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60" name="Google Shape;2860;p17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1" name="Google Shape;2861;p17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2" name="Google Shape;2862;p175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63" name="Google Shape;2863;p175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4" name="Google Shape;2864;p175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5" name="Google Shape;2865;p175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66" name="Google Shape;2866;p175"/>
          <p:cNvSpPr txBox="1"/>
          <p:nvPr>
            <p:ph idx="2" type="subTitle"/>
          </p:nvPr>
        </p:nvSpPr>
        <p:spPr>
          <a:xfrm>
            <a:off x="88507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67" name="Google Shape;2867;p175"/>
          <p:cNvSpPr txBox="1"/>
          <p:nvPr>
            <p:ph idx="3" type="subTitle"/>
          </p:nvPr>
        </p:nvSpPr>
        <p:spPr>
          <a:xfrm>
            <a:off x="88505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68" name="Google Shape;2868;p175"/>
          <p:cNvSpPr txBox="1"/>
          <p:nvPr>
            <p:ph idx="4" type="subTitle"/>
          </p:nvPr>
        </p:nvSpPr>
        <p:spPr>
          <a:xfrm>
            <a:off x="8923625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69" name="Google Shape;2869;p175"/>
          <p:cNvSpPr txBox="1"/>
          <p:nvPr>
            <p:ph idx="5" type="subTitle"/>
          </p:nvPr>
        </p:nvSpPr>
        <p:spPr>
          <a:xfrm>
            <a:off x="8923600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0" name="Google Shape;2870;p175"/>
          <p:cNvSpPr txBox="1"/>
          <p:nvPr>
            <p:ph idx="6" type="subTitle"/>
          </p:nvPr>
        </p:nvSpPr>
        <p:spPr>
          <a:xfrm>
            <a:off x="6244108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71" name="Google Shape;2871;p175"/>
          <p:cNvSpPr txBox="1"/>
          <p:nvPr>
            <p:ph idx="7" type="subTitle"/>
          </p:nvPr>
        </p:nvSpPr>
        <p:spPr>
          <a:xfrm>
            <a:off x="6244083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2" name="Google Shape;2872;p175"/>
          <p:cNvSpPr txBox="1"/>
          <p:nvPr>
            <p:ph idx="8" type="subTitle"/>
          </p:nvPr>
        </p:nvSpPr>
        <p:spPr>
          <a:xfrm>
            <a:off x="3564592" y="4059500"/>
            <a:ext cx="2383500" cy="10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73" name="Google Shape;2873;p175"/>
          <p:cNvSpPr txBox="1"/>
          <p:nvPr>
            <p:ph idx="9" type="subTitle"/>
          </p:nvPr>
        </p:nvSpPr>
        <p:spPr>
          <a:xfrm>
            <a:off x="3564567" y="3624350"/>
            <a:ext cx="2383500" cy="3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4" name="Google Shape;2874;p175"/>
          <p:cNvSpPr txBox="1"/>
          <p:nvPr>
            <p:ph idx="1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5" name="Google Shape;2875;p175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76" name="Google Shape;2876;p175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7" name="Google Shape;2877;p175"/>
          <p:cNvSpPr txBox="1"/>
          <p:nvPr>
            <p:ph idx="1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878" name="Google Shape;2878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bg>
      <p:bgPr>
        <a:solidFill>
          <a:srgbClr val="292929"/>
        </a:solidFill>
      </p:bgPr>
    </p:bg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p176"/>
          <p:cNvSpPr txBox="1"/>
          <p:nvPr>
            <p:ph idx="1" type="subTitle"/>
          </p:nvPr>
        </p:nvSpPr>
        <p:spPr>
          <a:xfrm>
            <a:off x="885050" y="33587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1" name="Google Shape;2881;p176"/>
          <p:cNvSpPr txBox="1"/>
          <p:nvPr>
            <p:ph type="title"/>
          </p:nvPr>
        </p:nvSpPr>
        <p:spPr>
          <a:xfrm>
            <a:off x="885050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2" name="Google Shape;2882;p176"/>
          <p:cNvSpPr txBox="1"/>
          <p:nvPr>
            <p:ph idx="2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883" name="Google Shape;2883;p17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17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5" name="Google Shape;2885;p176"/>
          <p:cNvSpPr txBox="1"/>
          <p:nvPr>
            <p:ph idx="3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6" name="Google Shape;2886;p176"/>
          <p:cNvSpPr txBox="1"/>
          <p:nvPr>
            <p:ph idx="4" type="subTitle"/>
          </p:nvPr>
        </p:nvSpPr>
        <p:spPr>
          <a:xfrm>
            <a:off x="6857350" y="164405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7" name="Google Shape;2887;p176"/>
          <p:cNvSpPr txBox="1"/>
          <p:nvPr>
            <p:ph idx="5" type="subTitle"/>
          </p:nvPr>
        </p:nvSpPr>
        <p:spPr>
          <a:xfrm>
            <a:off x="6857350" y="124070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88" name="Google Shape;2888;p176"/>
          <p:cNvSpPr txBox="1"/>
          <p:nvPr>
            <p:ph idx="6" type="subTitle"/>
          </p:nvPr>
        </p:nvSpPr>
        <p:spPr>
          <a:xfrm>
            <a:off x="6857350" y="3164125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89" name="Google Shape;2889;p176"/>
          <p:cNvSpPr txBox="1"/>
          <p:nvPr>
            <p:ph idx="7" type="subTitle"/>
          </p:nvPr>
        </p:nvSpPr>
        <p:spPr>
          <a:xfrm>
            <a:off x="6857350" y="2760775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90" name="Google Shape;2890;p176"/>
          <p:cNvSpPr txBox="1"/>
          <p:nvPr>
            <p:ph idx="8" type="subTitle"/>
          </p:nvPr>
        </p:nvSpPr>
        <p:spPr>
          <a:xfrm>
            <a:off x="6857350" y="4684200"/>
            <a:ext cx="4660800" cy="88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91" name="Google Shape;2891;p176"/>
          <p:cNvSpPr txBox="1"/>
          <p:nvPr>
            <p:ph idx="9" type="subTitle"/>
          </p:nvPr>
        </p:nvSpPr>
        <p:spPr>
          <a:xfrm>
            <a:off x="6857350" y="4280850"/>
            <a:ext cx="4660800" cy="34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92" name="Google Shape;2892;p176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93" name="Google Shape;2893;p1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bg>
      <p:bgPr>
        <a:solidFill>
          <a:srgbClr val="292929"/>
        </a:solidFill>
      </p:bgPr>
    </p:bg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5" name="Google Shape;2895;p17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6" name="Google Shape;2896;p17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7" name="Google Shape;2897;p177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2898" name="Google Shape;2898;p177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99" name="Google Shape;2899;p177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00" name="Google Shape;2900;p177"/>
          <p:cNvSpPr txBox="1"/>
          <p:nvPr>
            <p:ph idx="2" type="subTitle"/>
          </p:nvPr>
        </p:nvSpPr>
        <p:spPr>
          <a:xfrm>
            <a:off x="44683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1" name="Google Shape;2901;p177"/>
          <p:cNvSpPr txBox="1"/>
          <p:nvPr>
            <p:ph idx="3" type="subTitle"/>
          </p:nvPr>
        </p:nvSpPr>
        <p:spPr>
          <a:xfrm>
            <a:off x="44684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2" name="Google Shape;2902;p177"/>
          <p:cNvSpPr txBox="1"/>
          <p:nvPr>
            <p:ph idx="4" type="subTitle"/>
          </p:nvPr>
        </p:nvSpPr>
        <p:spPr>
          <a:xfrm>
            <a:off x="80480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3" name="Google Shape;2903;p177"/>
          <p:cNvSpPr txBox="1"/>
          <p:nvPr>
            <p:ph idx="5" type="subTitle"/>
          </p:nvPr>
        </p:nvSpPr>
        <p:spPr>
          <a:xfrm>
            <a:off x="80481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4" name="Google Shape;2904;p177"/>
          <p:cNvSpPr txBox="1"/>
          <p:nvPr>
            <p:ph idx="6" type="subTitle"/>
          </p:nvPr>
        </p:nvSpPr>
        <p:spPr>
          <a:xfrm>
            <a:off x="888600" y="4229725"/>
            <a:ext cx="3255300" cy="32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5" name="Google Shape;2905;p177"/>
          <p:cNvSpPr txBox="1"/>
          <p:nvPr>
            <p:ph idx="7" type="subTitle"/>
          </p:nvPr>
        </p:nvSpPr>
        <p:spPr>
          <a:xfrm>
            <a:off x="888700" y="4718950"/>
            <a:ext cx="3255300" cy="91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6" name="Google Shape;2906;p177"/>
          <p:cNvSpPr txBox="1"/>
          <p:nvPr>
            <p:ph idx="8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7" name="Google Shape;2907;p177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08" name="Google Shape;2908;p177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9" name="Google Shape;2909;p177"/>
          <p:cNvSpPr txBox="1"/>
          <p:nvPr>
            <p:ph idx="9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10" name="Google Shape;2910;p1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bg>
      <p:bgPr>
        <a:solidFill>
          <a:srgbClr val="292929"/>
        </a:solidFill>
      </p:bgPr>
    </p:bg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2" name="Google Shape;2912;p17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3" name="Google Shape;2913;p17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4" name="Google Shape;2914;p178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15" name="Google Shape;2915;p178"/>
          <p:cNvSpPr txBox="1"/>
          <p:nvPr>
            <p:ph idx="2" type="subTitle"/>
          </p:nvPr>
        </p:nvSpPr>
        <p:spPr>
          <a:xfrm>
            <a:off x="5662075" y="2539250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13000"/>
              </a:lnSpc>
              <a:spcBef>
                <a:spcPts val="20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13000"/>
              </a:lnSpc>
              <a:spcBef>
                <a:spcPts val="2000"/>
              </a:spcBef>
              <a:spcAft>
                <a:spcPts val="20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16" name="Google Shape;2916;p178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17" name="Google Shape;2917;p178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18" name="Google Shape;2918;p178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9" name="Google Shape;2919;p178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20" name="Google Shape;2920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bg>
      <p:bgPr>
        <a:solidFill>
          <a:srgbClr val="292929"/>
        </a:solidFill>
      </p:bgPr>
    </p:bg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2" name="Google Shape;2922;p17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3" name="Google Shape;2923;p17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4" name="Google Shape;2924;p179"/>
          <p:cNvSpPr txBox="1"/>
          <p:nvPr>
            <p:ph idx="1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25" name="Google Shape;2925;p179"/>
          <p:cNvSpPr txBox="1"/>
          <p:nvPr>
            <p:ph idx="2" type="subTitle"/>
          </p:nvPr>
        </p:nvSpPr>
        <p:spPr>
          <a:xfrm>
            <a:off x="2087850" y="2416425"/>
            <a:ext cx="8044800" cy="13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500"/>
              </a:spcBef>
              <a:spcAft>
                <a:spcPts val="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26" name="Google Shape;2926;p179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27" name="Google Shape;2927;p179"/>
          <p:cNvSpPr txBox="1"/>
          <p:nvPr>
            <p:ph type="title"/>
          </p:nvPr>
        </p:nvSpPr>
        <p:spPr>
          <a:xfrm>
            <a:off x="885050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28" name="Google Shape;2928;p179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9" name="Google Shape;2929;p179"/>
          <p:cNvSpPr txBox="1"/>
          <p:nvPr>
            <p:ph idx="4" type="subTitle"/>
          </p:nvPr>
        </p:nvSpPr>
        <p:spPr>
          <a:xfrm>
            <a:off x="885125" y="1653550"/>
            <a:ext cx="10422000" cy="2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930" name="Google Shape;2930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bg>
      <p:bgPr>
        <a:solidFill>
          <a:srgbClr val="292929"/>
        </a:solidFill>
      </p:bgPr>
    </p:bg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180"/>
          <p:cNvSpPr txBox="1"/>
          <p:nvPr>
            <p:ph type="title"/>
          </p:nvPr>
        </p:nvSpPr>
        <p:spPr>
          <a:xfrm>
            <a:off x="3280375" y="1653075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2933" name="Google Shape;2933;p180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34" name="Google Shape;2934;p18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18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6" name="Google Shape;2936;p180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37" name="Google Shape;2937;p180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8" name="Google Shape;2938;p1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292929"/>
        </a:solidFill>
      </p:bgPr>
    </p:bg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181"/>
          <p:cNvSpPr txBox="1"/>
          <p:nvPr>
            <p:ph idx="1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41" name="Google Shape;2941;p181"/>
          <p:cNvSpPr txBox="1"/>
          <p:nvPr>
            <p:ph idx="2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42" name="Google Shape;2942;p181"/>
          <p:cNvSpPr txBox="1"/>
          <p:nvPr>
            <p:ph type="title"/>
          </p:nvPr>
        </p:nvSpPr>
        <p:spPr>
          <a:xfrm>
            <a:off x="900275" y="1736433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2943" name="Google Shape;2943;p18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4" name="Google Shape;2944;p181"/>
          <p:cNvSpPr txBox="1"/>
          <p:nvPr>
            <p:ph idx="3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Text Medium"/>
              <a:buNone/>
              <a:defRPr sz="10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45" name="Google Shape;2945;p18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6" name="Google Shape;2946;p181"/>
          <p:cNvSpPr txBox="1"/>
          <p:nvPr>
            <p:ph idx="4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7" name="Google Shape;2947;p181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8" name="Google Shape;2948;p1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rgbClr val="292929"/>
        </a:solidFill>
      </p:bgPr>
    </p:bg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50" name="Google Shape;2950;p18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1" name="Google Shape;2951;p182"/>
          <p:cNvSpPr txBox="1"/>
          <p:nvPr>
            <p:ph idx="1" type="subTitle"/>
          </p:nvPr>
        </p:nvSpPr>
        <p:spPr>
          <a:xfrm>
            <a:off x="447775" y="55441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Display Medium"/>
              <a:buNone/>
              <a:defRPr sz="1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ed Hat Text Medium"/>
              <a:buNone/>
              <a:defRPr sz="10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952" name="Google Shape;2952;p18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3" name="Google Shape;2953;p182"/>
          <p:cNvSpPr txBox="1"/>
          <p:nvPr>
            <p:ph idx="2" type="subTitle"/>
          </p:nvPr>
        </p:nvSpPr>
        <p:spPr>
          <a:xfrm>
            <a:off x="885050" y="6169550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4" name="Google Shape;2954;p182"/>
          <p:cNvSpPr txBox="1"/>
          <p:nvPr>
            <p:ph idx="3" type="body"/>
          </p:nvPr>
        </p:nvSpPr>
        <p:spPr>
          <a:xfrm>
            <a:off x="900275" y="3109300"/>
            <a:ext cx="5043900" cy="3000000"/>
          </a:xfrm>
          <a:prstGeom prst="rect">
            <a:avLst/>
          </a:prstGeom>
        </p:spPr>
        <p:txBody>
          <a:bodyPr anchorCtr="0" anchor="t" bIns="91425" lIns="914400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▸"/>
              <a:defRPr>
                <a:solidFill>
                  <a:srgbClr val="FFFFFF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rgbClr val="FFFFFF"/>
              </a:buClr>
              <a:buSzPts val="18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5" name="Google Shape;2955;p182"/>
          <p:cNvSpPr txBox="1"/>
          <p:nvPr>
            <p:ph type="title"/>
          </p:nvPr>
        </p:nvSpPr>
        <p:spPr>
          <a:xfrm>
            <a:off x="900275" y="1190987"/>
            <a:ext cx="3885900" cy="1461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56" name="Google Shape;2956;p182"/>
          <p:cNvSpPr txBox="1"/>
          <p:nvPr>
            <p:ph idx="12" type="sldNum"/>
          </p:nvPr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7" name="Google Shape;2957;p1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5">
    <p:bg>
      <p:bgPr>
        <a:solidFill>
          <a:srgbClr val="3D2785"/>
        </a:solidFill>
      </p:bgPr>
    </p:bg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87.xml"/><Relationship Id="rId42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4.xml"/><Relationship Id="rId49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3.xml"/><Relationship Id="rId20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115.xml"/><Relationship Id="rId22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120.xml"/><Relationship Id="rId27" Type="http://schemas.openxmlformats.org/officeDocument/2006/relationships/slideLayout" Target="../slideLayouts/slideLayout121.xml"/><Relationship Id="rId28" Type="http://schemas.openxmlformats.org/officeDocument/2006/relationships/slideLayout" Target="../slideLayouts/slideLayout122.xml"/><Relationship Id="rId29" Type="http://schemas.openxmlformats.org/officeDocument/2006/relationships/slideLayout" Target="../slideLayouts/slideLayout123.xml"/><Relationship Id="rId30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25.xml"/><Relationship Id="rId32" Type="http://schemas.openxmlformats.org/officeDocument/2006/relationships/slideLayout" Target="../slideLayouts/slideLayout126.xml"/><Relationship Id="rId33" Type="http://schemas.openxmlformats.org/officeDocument/2006/relationships/slideLayout" Target="../slideLayouts/slideLayout127.xml"/><Relationship Id="rId34" Type="http://schemas.openxmlformats.org/officeDocument/2006/relationships/slideLayout" Target="../slideLayouts/slideLayout128.xml"/><Relationship Id="rId35" Type="http://schemas.openxmlformats.org/officeDocument/2006/relationships/slideLayout" Target="../slideLayouts/slideLayout129.xml"/><Relationship Id="rId36" Type="http://schemas.openxmlformats.org/officeDocument/2006/relationships/slideLayout" Target="../slideLayouts/slideLayout130.xml"/><Relationship Id="rId37" Type="http://schemas.openxmlformats.org/officeDocument/2006/relationships/slideLayout" Target="../slideLayouts/slideLayout131.xml"/><Relationship Id="rId38" Type="http://schemas.openxmlformats.org/officeDocument/2006/relationships/slideLayout" Target="../slideLayouts/slideLayout132.xml"/><Relationship Id="rId39" Type="http://schemas.openxmlformats.org/officeDocument/2006/relationships/slideLayout" Target="../slideLayouts/slideLayout133.xml"/><Relationship Id="rId40" Type="http://schemas.openxmlformats.org/officeDocument/2006/relationships/slideLayout" Target="../slideLayouts/slideLayout134.xml"/><Relationship Id="rId41" Type="http://schemas.openxmlformats.org/officeDocument/2006/relationships/slideLayout" Target="../slideLayouts/slideLayout135.xml"/><Relationship Id="rId42" Type="http://schemas.openxmlformats.org/officeDocument/2006/relationships/slideLayout" Target="../slideLayouts/slideLayout136.xml"/><Relationship Id="rId43" Type="http://schemas.openxmlformats.org/officeDocument/2006/relationships/slideLayout" Target="../slideLayouts/slideLayout137.xml"/><Relationship Id="rId44" Type="http://schemas.openxmlformats.org/officeDocument/2006/relationships/slideLayout" Target="../slideLayouts/slideLayout138.xml"/><Relationship Id="rId45" Type="http://schemas.openxmlformats.org/officeDocument/2006/relationships/slideLayout" Target="../slideLayouts/slideLayout139.xml"/><Relationship Id="rId46" Type="http://schemas.openxmlformats.org/officeDocument/2006/relationships/slideLayout" Target="../slideLayouts/slideLayout140.xml"/><Relationship Id="rId47" Type="http://schemas.openxmlformats.org/officeDocument/2006/relationships/slideLayout" Target="../slideLayouts/slideLayout141.xml"/><Relationship Id="rId4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48.xml"/><Relationship Id="rId8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5.xml"/><Relationship Id="rId15" Type="http://schemas.openxmlformats.org/officeDocument/2006/relationships/slideLayout" Target="../slideLayouts/slideLayout156.xml"/><Relationship Id="rId16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58.xml"/><Relationship Id="rId18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60.xml"/><Relationship Id="rId20" Type="http://schemas.openxmlformats.org/officeDocument/2006/relationships/slideLayout" Target="../slideLayouts/slideLayout161.xml"/><Relationship Id="rId21" Type="http://schemas.openxmlformats.org/officeDocument/2006/relationships/slideLayout" Target="../slideLayouts/slideLayout162.xml"/><Relationship Id="rId22" Type="http://schemas.openxmlformats.org/officeDocument/2006/relationships/slideLayout" Target="../slideLayouts/slideLayout163.xml"/><Relationship Id="rId23" Type="http://schemas.openxmlformats.org/officeDocument/2006/relationships/slideLayout" Target="../slideLayouts/slideLayout164.xml"/><Relationship Id="rId24" Type="http://schemas.openxmlformats.org/officeDocument/2006/relationships/slideLayout" Target="../slideLayouts/slideLayout165.xml"/><Relationship Id="rId25" Type="http://schemas.openxmlformats.org/officeDocument/2006/relationships/slideLayout" Target="../slideLayouts/slideLayout166.xml"/><Relationship Id="rId26" Type="http://schemas.openxmlformats.org/officeDocument/2006/relationships/slideLayout" Target="../slideLayouts/slideLayout167.xml"/><Relationship Id="rId27" Type="http://schemas.openxmlformats.org/officeDocument/2006/relationships/slideLayout" Target="../slideLayouts/slideLayout168.xml"/><Relationship Id="rId28" Type="http://schemas.openxmlformats.org/officeDocument/2006/relationships/slideLayout" Target="../slideLayouts/slideLayout169.xml"/><Relationship Id="rId29" Type="http://schemas.openxmlformats.org/officeDocument/2006/relationships/slideLayout" Target="../slideLayouts/slideLayout170.xml"/><Relationship Id="rId30" Type="http://schemas.openxmlformats.org/officeDocument/2006/relationships/slideLayout" Target="../slideLayouts/slideLayout171.xml"/><Relationship Id="rId31" Type="http://schemas.openxmlformats.org/officeDocument/2006/relationships/slideLayout" Target="../slideLayouts/slideLayout172.xml"/><Relationship Id="rId32" Type="http://schemas.openxmlformats.org/officeDocument/2006/relationships/slideLayout" Target="../slideLayouts/slideLayout173.xml"/><Relationship Id="rId33" Type="http://schemas.openxmlformats.org/officeDocument/2006/relationships/slideLayout" Target="../slideLayouts/slideLayout174.xml"/><Relationship Id="rId34" Type="http://schemas.openxmlformats.org/officeDocument/2006/relationships/slideLayout" Target="../slideLayouts/slideLayout175.xml"/><Relationship Id="rId35" Type="http://schemas.openxmlformats.org/officeDocument/2006/relationships/slideLayout" Target="../slideLayouts/slideLayout176.xml"/><Relationship Id="rId36" Type="http://schemas.openxmlformats.org/officeDocument/2006/relationships/slideLayout" Target="../slideLayouts/slideLayout177.xml"/><Relationship Id="rId37" Type="http://schemas.openxmlformats.org/officeDocument/2006/relationships/slideLayout" Target="../slideLayouts/slideLayout178.xml"/><Relationship Id="rId38" Type="http://schemas.openxmlformats.org/officeDocument/2006/relationships/slideLayout" Target="../slideLayouts/slideLayout179.xml"/><Relationship Id="rId3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 rtl="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lang="en" sz="700"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8014400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</a:t>
            </a: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ersion number here V00000</a:t>
            </a:r>
            <a:endParaRPr sz="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8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58" name="Google Shape;758;p4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59" name="Google Shape;759;p48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lang="en" sz="700"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760" name="Google Shape;760;p48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  <p:sldLayoutId id="2147483731" r:id="rId38"/>
    <p:sldLayoutId id="2147483732" r:id="rId39"/>
    <p:sldLayoutId id="2147483733" r:id="rId40"/>
    <p:sldLayoutId id="2147483734" r:id="rId41"/>
    <p:sldLayoutId id="2147483735" r:id="rId42"/>
    <p:sldLayoutId id="2147483736" r:id="rId43"/>
    <p:sldLayoutId id="2147483737" r:id="rId44"/>
    <p:sldLayoutId id="2147483738" r:id="rId45"/>
    <p:sldLayoutId id="2147483739" r:id="rId46"/>
    <p:sldLayoutId id="2147483740" r:id="rId47"/>
    <p:sldLayoutId id="2147483741" r:id="rId4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97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36" name="Google Shape;1536;p9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537" name="Google Shape;1537;p97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Update </a:t>
            </a:r>
            <a:r>
              <a:rPr b="1" lang="en" sz="700">
                <a:latin typeface="Red Hat Text"/>
                <a:ea typeface="Red Hat Text"/>
                <a:cs typeface="Red Hat Text"/>
                <a:sym typeface="Red Hat Text"/>
              </a:rPr>
              <a:t>confidential</a:t>
            </a: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 designator here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1538" name="Google Shape;1538;p97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  <p:sldLayoutId id="2147483777" r:id="rId36"/>
    <p:sldLayoutId id="2147483778" r:id="rId37"/>
    <p:sldLayoutId id="2147483779" r:id="rId38"/>
    <p:sldLayoutId id="2147483780" r:id="rId39"/>
    <p:sldLayoutId id="2147483781" r:id="rId40"/>
    <p:sldLayoutId id="2147483782" r:id="rId41"/>
    <p:sldLayoutId id="2147483783" r:id="rId42"/>
    <p:sldLayoutId id="2147483784" r:id="rId43"/>
    <p:sldLayoutId id="2147483785" r:id="rId44"/>
    <p:sldLayoutId id="2147483786" r:id="rId45"/>
    <p:sldLayoutId id="2147483787" r:id="rId46"/>
    <p:sldLayoutId id="2147483788" r:id="rId4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145"/>
          <p:cNvSpPr txBox="1"/>
          <p:nvPr>
            <p:ph type="title"/>
          </p:nvPr>
        </p:nvSpPr>
        <p:spPr>
          <a:xfrm>
            <a:off x="415600" y="593367"/>
            <a:ext cx="113607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ed Hat Display"/>
              <a:buNone/>
              <a:defRPr sz="3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88" name="Google Shape;2288;p14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ed Hat Display"/>
              <a:buChar char="▸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Red Hat Display"/>
              <a:buChar char="･"/>
              <a:defRPr sz="18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89" name="Google Shape;2289;p145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Update confidential designator here</a:t>
            </a:r>
            <a:endParaRPr sz="7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290" name="Google Shape;2290;p145"/>
          <p:cNvSpPr txBox="1"/>
          <p:nvPr/>
        </p:nvSpPr>
        <p:spPr>
          <a:xfrm>
            <a:off x="8605243" y="6313250"/>
            <a:ext cx="24684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Version number here V00000</a:t>
            </a:r>
            <a:endParaRPr sz="8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811" r:id="rId23"/>
    <p:sldLayoutId id="2147483812" r:id="rId24"/>
    <p:sldLayoutId id="2147483813" r:id="rId25"/>
    <p:sldLayoutId id="2147483814" r:id="rId26"/>
    <p:sldLayoutId id="2147483815" r:id="rId27"/>
    <p:sldLayoutId id="2147483816" r:id="rId28"/>
    <p:sldLayoutId id="2147483817" r:id="rId29"/>
    <p:sldLayoutId id="2147483818" r:id="rId30"/>
    <p:sldLayoutId id="2147483819" r:id="rId31"/>
    <p:sldLayoutId id="2147483820" r:id="rId32"/>
    <p:sldLayoutId id="2147483821" r:id="rId33"/>
    <p:sldLayoutId id="2147483822" r:id="rId34"/>
    <p:sldLayoutId id="2147483823" r:id="rId35"/>
    <p:sldLayoutId id="2147483824" r:id="rId36"/>
    <p:sldLayoutId id="2147483825" r:id="rId37"/>
    <p:sldLayoutId id="2147483826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FAQ automation to autonomous help desk agent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Tier 1</a:t>
            </a:r>
          </a:p>
          <a:p>
            <a:r>
              <a:t>Help Desk Technician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6,039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Tickets since March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116" y="16459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13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Senior engineers doing Tier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71032" y="16459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3.0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Business days to resolve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27948" y="16459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~$1M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Annual team salary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3474720"/>
          <a:ext cx="5943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3474720"/>
            <a:ext cx="471830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~492 tickets/month, ~114/week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Senior technical staff answering routine questions instead of engineering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FAQ documents maintained manually — can't keep pace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No systematic gap detection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Post-cutover volume spike will multiply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— Manual Process Doesn't Scale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84478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392"/>
                <a:gridCol w="5422392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Today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Problem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Agent gets a ticket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Searches Confluence, Docs, old tickets manually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No answer found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Writes a new response from scratch</a:t>
                      </a:r>
                    </a:p>
                  </a:txBody>
                  <a:tcPr anchor="ctr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FAQ update needed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Someone manually reviews and writes articles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Gap detection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Doesn't happen systematically</a:t>
                      </a:r>
                    </a:p>
                  </a:txBody>
                  <a:tcPr anchor="ctr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Same question, different 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Different answer — drives follow-up tickets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0" y="5303520"/>
            <a:ext cx="82296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The team is good at their jobs — the process is the bottleneck. They need better tools, not more hours.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5303520"/>
            <a:ext cx="54864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— A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Each step builds on the last. Steps 1–3 are already done.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94560"/>
          <a:ext cx="1084478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928"/>
                <a:gridCol w="3614928"/>
                <a:gridCol w="3614928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Step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What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Status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1. Find gaps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AI classifies tickets, identifies missing documentation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2. Fix docs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Generate KB articles from resolved ticket patterns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3. Slack assist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/jsm-assist — agents get instant suggested responses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🔄 In Progress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4. Jira responses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Draft responses on tickets — agent approves to send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📋 Planned</a:t>
                      </a:r>
                    </a:p>
                  </a:txBody>
                  <a:tcPr anchor="ctr"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5. Tier 1 technician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Auto-triage, auto-respond, auto-escalate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📅 Q3-Q4 2026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6. External research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Search Atlassian docs, forums, plugin docs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📅 Q4 2026</a:t>
                      </a:r>
                    </a:p>
                  </a:txBody>
                  <a:tcPr anchor="ctr"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7. Other tools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Product pages, SFDC, Bugzilla, Watson, GitHub sync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📅 Q4 2026+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8. Self-maintenance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System improves its own pipeline automatically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📅 2027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51515"/>
                </a:solidFill>
                <a:latin typeface="Red Hat Text"/>
              </a:rPr>
              <a:t>Fetch. Classify. Analyze. Generate. Serve.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1380743" cy="182880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Red Hat Display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Ingest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Red Hat Text"/>
              </a:rPr>
              <a:t>Pull tickets from Jira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92223" y="3108960"/>
            <a:ext cx="274320" cy="7315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03703" y="2560320"/>
            <a:ext cx="1380743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Scrub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Remove PII (15 categories)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21607" y="3108960"/>
            <a:ext cx="274320" cy="7315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33087" y="2560320"/>
            <a:ext cx="1380743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Classify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AI assigns category + issue type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50992" y="3108960"/>
            <a:ext cx="274320" cy="7315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62472" y="2560320"/>
            <a:ext cx="1380743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Analyze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Detect gaps vs existing docs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80376" y="3108960"/>
            <a:ext cx="274320" cy="7315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91856" y="2560320"/>
            <a:ext cx="1380743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Generate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Draft answers from resolutions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09760" y="3108960"/>
            <a:ext cx="274320" cy="7315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21240" y="2560320"/>
            <a:ext cx="1380743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Serve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/jsm-assist + Jira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029200"/>
            <a:ext cx="8229600" cy="73151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Every step is fully automated. The only human touchpoint is reviewing drafts before publishing — humans approve, the system does the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029200"/>
            <a:ext cx="54864" cy="731519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Experience — /jsm-assist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1515"/>
                </a:solidFill>
                <a:latin typeface="Red Hat Text"/>
              </a:rPr>
              <a:t>Answers in seconds, not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6400800" cy="320040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FFFFFF"/>
                </a:solidFill>
                <a:latin typeface="Red Hat Text"/>
              </a:rPr>
              <a:t>Agent types: /jsm-assist JIRACONFSD-1234
Response (only the agent sees it):
  FAQ Entries:
    • How to fix service account login issues after migration
  Knowledge Base Articles:
    • Service Account Setup Guide
  Similar Resolved Tickets:
    • JIRACONFSD-4567 — Regenerated API token in Cloud admin
    • JIRACONFSD-3210 — Converted to OAuth 2LO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194560"/>
            <a:ext cx="398678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Today: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Agent gets help in Slack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Next (Step 4):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Draft response posted as internal comment on Jira ticket — agent reviews, one click to make customer-facing</a:t>
            </a:r>
          </a:p>
          <a:p>
            <a:r>
              <a:rPr sz="1300" b="1">
                <a:solidFill>
                  <a:srgbClr val="151515"/>
                </a:solidFill>
                <a:latin typeface="Red Hat Text"/>
              </a:rPr>
              <a:t>Future (Step 5):</a:t>
            </a:r>
          </a:p>
          <a:p>
            <a:r>
              <a:rPr sz="1300">
                <a:solidFill>
                  <a:srgbClr val="151515"/>
                </a:solidFill>
                <a:latin typeface="Red Hat Text"/>
              </a:rPr>
              <a:t>System sends response directly for high-confidence known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69280"/>
            <a:ext cx="2987040" cy="91439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Red Hat Display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Slack Assist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Red Hat Text"/>
              </a:rPr>
              <a:t>Now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38600" y="5696712"/>
            <a:ext cx="274320" cy="36575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50080" y="5669280"/>
            <a:ext cx="2987040" cy="9143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Jira Drafts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Next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74280" y="5696712"/>
            <a:ext cx="274320" cy="36575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85760" y="5669280"/>
            <a:ext cx="2987040" cy="9143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Auto-Respond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Data from the working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99.6%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Classification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14116" y="21031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6,039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Tickets classified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1032" y="21031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3,086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Unique reporters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27948" y="210312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22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Coverage themes analyzed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3931920"/>
          <a:ext cx="50292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3931920"/>
          <a:ext cx="535838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191"/>
                <a:gridCol w="2679191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Metric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Value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Median first response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2.8 hours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Median resolution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3.0 business days</a:t>
                      </a:r>
                    </a:p>
                  </a:txBody>
                  <a:tcPr anchor="ctr"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Coverage gaps found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7 missing, 9 partial, 6 covered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FAQ entries produced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5 (from real resolutions)</a:t>
                      </a:r>
                    </a:p>
                  </a:txBody>
                  <a:tcPr anchor="ctr"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PII categories scrubbed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15 (automatic)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and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93008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$180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Monthly service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33087" y="1645920"/>
            <a:ext cx="3493008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Additional headcount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08975" y="1645920"/>
            <a:ext cx="3493008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~8x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Immediate 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5285231" cy="2286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Current: Senior Staff on Help Desk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13 senior technical staff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~$1M/year total salary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~490 hrs/year on tickets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~$17,150 engineering time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1" y="3474720"/>
            <a:ext cx="5285231" cy="228600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600" b="1">
                <a:solidFill>
                  <a:srgbClr val="FFFFFF"/>
                </a:solidFill>
                <a:latin typeface="Red Hat Display"/>
              </a:rPr>
              <a:t>The Service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$180/month ($2,160/year)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Zero additional headcount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24/7 availability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Scales with volume at flat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Value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Each step saves more time than the last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194560"/>
          <a:ext cx="64008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2286000"/>
            <a:ext cx="3986783" cy="1371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E0000"/>
                </a:solidFill>
                <a:latin typeface="Red Hat Display"/>
              </a:rPr>
              <a:t>~$100K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Annual value at maturity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840480"/>
            <a:ext cx="3986783" cy="1371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A4A4A"/>
                </a:solidFill>
                <a:latin typeface="Red Hat Display"/>
              </a:rPr>
              <a:t>$2,160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Annual service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394960"/>
            <a:ext cx="3986783" cy="36575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~46x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ROI at maturity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Tier 1 Technician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From docs to Slack to Jira to autonomous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86000"/>
            <a:ext cx="1766620" cy="164592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Red Hat Display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Incoming Ticket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Red Hat Text"/>
              </a:rPr>
              <a:t>New request arrives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78100" y="277977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9580" y="228600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Auto-Triage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Classify, prioritize, route (&lt;5s)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93361" y="277977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04841" y="228600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Confidence Gate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High vs. low confidence split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08622" y="277977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0102" y="228600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Respond/Assist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Auto-send or agent draft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23883" y="277977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35363" y="228600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Feedback Loop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Calibrate weekly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5330952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🔍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Vetted Sources Only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Internal KB, Atlassian docs, support forums, plugin vendor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71032" y="4114800"/>
            <a:ext cx="5330952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🧠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Learns from Corrections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Calibrates confidence thresholds weekly from agent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5330952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📚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Self-Maintaining KB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New answers added continuously from resolved tickets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1032" y="5029200"/>
            <a:ext cx="5330952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⚡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Knows When to Escalate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Doesn't try to answer what it shouldn't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End Users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Faster answers. Less time waiting. More time working.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20%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CSAT improvement from faster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14116" y="219456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3h 9m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Productivity lost per 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1032" y="219456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49%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Employees lose 1-5 hrs/week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27948" y="2194560"/>
            <a:ext cx="2574036" cy="1645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90%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Rate immediate response as crucial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3493008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⚡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Instant First Response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No more waiting hours for acknowledgment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4114800"/>
            <a:ext cx="3493008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✅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Consistent Answers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Same quality regardless of agent or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08975" y="4114800"/>
            <a:ext cx="3493008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🌐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24/7 Availability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No shifts, holidays, or time zones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3493008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🎯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Fewer Handoffs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Auto-triage routes correctly the first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5029200"/>
            <a:ext cx="3493008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📈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Self-Improving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Every resolved ticket makes the next better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5029200"/>
            <a:ext cx="3493008" cy="7315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🔑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12.6% = 80%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Small number of issue types cause majority of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Human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1515"/>
                </a:solidFill>
                <a:latin typeface="Red Hat Text"/>
              </a:rPr>
              <a:t>It doesn't sound like a bot — because it doesn't have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493008" cy="1508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🎨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Configurable Tone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Professional, friendly, concise, empathetic — adjusted via prompt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3087" y="2286000"/>
            <a:ext cx="3493008" cy="1508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📊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Adapts to Technical Level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Brief for experienced users, step-by-step for new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8975" y="2286000"/>
            <a:ext cx="3493008" cy="1508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🌍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Multilingual Support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Responses in the user's language, built into the AI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39"/>
            <a:ext cx="3493008" cy="1508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♿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Accessible Communication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Clear, structured responses for screen readers and assistive 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3977639"/>
            <a:ext cx="3493008" cy="1508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🔄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Learns from Feedback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Agent corrections improve future drafts automatically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3977639"/>
            <a:ext cx="3493008" cy="1508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👥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Team-Controlled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The team decides tone, escalation rules, and automation boundaries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669280"/>
            <a:ext cx="9144000" cy="9143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This isn't a rigid chatbot with canned responses. The AI behavior is shaped by prompts the team controls — no code changes needed to adjust tone, detail level, language, or personality.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669280"/>
            <a:ext cx="54864" cy="91439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+ The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74036" cy="1463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E0000"/>
                </a:solidFill>
                <a:latin typeface="Red Hat Display"/>
              </a:rPr>
              <a:t>$180/mo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Service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116" y="1645920"/>
            <a:ext cx="2574036" cy="1463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EE0000"/>
                </a:solidFill>
                <a:latin typeface="Red Hat Display"/>
              </a:rPr>
              <a:t>~8x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ROI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71032" y="1645920"/>
            <a:ext cx="2574036" cy="1463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EE0000"/>
                </a:solidFill>
                <a:latin typeface="Red Hat Display"/>
              </a:rPr>
              <a:t>~46x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ROI at maturity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27948" y="1645920"/>
            <a:ext cx="2574036" cy="14630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EE0000"/>
                </a:solidFill>
                <a:latin typeface="Red Hat Display"/>
              </a:rPr>
              <a:t>$100K/yr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6A6E73"/>
                </a:solidFill>
                <a:latin typeface="Red Hat Text"/>
              </a:rPr>
              <a:t>Value recovered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291840"/>
          <a:ext cx="1084478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196"/>
                <a:gridCol w="2711196"/>
                <a:gridCol w="2711196"/>
                <a:gridCol w="271119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Approach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500 tickets/mo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1,000 tickets/mo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2,000 tickets/mo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Add staff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 person (~$85K/yr)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 people (~$170K/yr)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4 people (~$340K/yr)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This service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$2,160/year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$2,160/year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$2,160/year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46320"/>
            <a:ext cx="108447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51515"/>
                </a:solidFill>
                <a:latin typeface="Red Hat Text"/>
              </a:rPr>
              <a:t>Why say yes: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The system is </a:t>
            </a:r>
            <a:r>
              <a:rPr sz="1300" b="1">
                <a:solidFill>
                  <a:srgbClr val="151515"/>
                </a:solidFill>
                <a:latin typeface="Red Hat Text"/>
              </a:rPr>
              <a:t>already built</a:t>
            </a:r>
            <a:r>
              <a:rPr sz="1300">
                <a:solidFill>
                  <a:srgbClr val="151515"/>
                </a:solidFill>
                <a:latin typeface="Red Hat Text"/>
              </a:rPr>
              <a:t> — not a proposal to start building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Cost is </a:t>
            </a:r>
            <a:r>
              <a:rPr sz="1300" b="1">
                <a:solidFill>
                  <a:srgbClr val="151515"/>
                </a:solidFill>
                <a:latin typeface="Red Hat Text"/>
              </a:rPr>
              <a:t>$180/month</a:t>
            </a:r>
            <a:r>
              <a:rPr sz="1300">
                <a:solidFill>
                  <a:srgbClr val="151515"/>
                </a:solidFill>
                <a:latin typeface="Red Hat Text"/>
              </a:rPr>
              <a:t> — less than a single agent seat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Gives </a:t>
            </a:r>
            <a:r>
              <a:rPr sz="1300" b="1">
                <a:solidFill>
                  <a:srgbClr val="151515"/>
                </a:solidFill>
                <a:latin typeface="Red Hat Text"/>
              </a:rPr>
              <a:t>13 senior technical staff</a:t>
            </a:r>
            <a:r>
              <a:rPr sz="1300">
                <a:solidFill>
                  <a:srgbClr val="151515"/>
                </a:solidFill>
                <a:latin typeface="Red Hat Text"/>
              </a:rPr>
              <a:t> their time back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</a:t>
            </a:r>
            <a:r>
              <a:rPr sz="1300" b="1">
                <a:solidFill>
                  <a:srgbClr val="151515"/>
                </a:solidFill>
                <a:latin typeface="Red Hat Text"/>
              </a:rPr>
              <a:t>Scales with volume</a:t>
            </a:r>
            <a:r>
              <a:rPr sz="1300">
                <a:solidFill>
                  <a:srgbClr val="151515"/>
                </a:solidFill>
                <a:latin typeface="Red Hat Text"/>
              </a:rPr>
              <a:t> — no hiring cycle when tickets spike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</a:t>
            </a:r>
            <a:r>
              <a:rPr sz="1300" b="1">
                <a:solidFill>
                  <a:srgbClr val="151515"/>
                </a:solidFill>
                <a:latin typeface="Red Hat Text"/>
              </a:rPr>
              <a:t>Risk is low</a:t>
            </a:r>
            <a:r>
              <a:rPr sz="1300">
                <a:solidFill>
                  <a:srgbClr val="151515"/>
                </a:solidFill>
                <a:latin typeface="Red Hat Text"/>
              </a:rPr>
              <a:t> — starts as draft tool, agents review before anything reaches a customer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51515"/>
                </a:solidFill>
                <a:latin typeface="Red Hat Text"/>
              </a:rPr>
              <a:t>•  Every week without it is another week of manual help desk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Backup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Benchmarks — Cost Per Ticket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645920"/>
            <a:ext cx="398678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1515"/>
                </a:solidFill>
                <a:latin typeface="Red Hat Text"/>
              </a:rPr>
              <a:t>AI adoption stats: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Average ROI: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$3.50 per $1 invested</a:t>
            </a:r>
            <a:r>
              <a:rPr sz="1200">
                <a:solidFill>
                  <a:srgbClr val="151515"/>
                </a:solidFill>
                <a:latin typeface="Red Hat Text"/>
              </a:rPr>
              <a:t>; top performers 8x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AI agents deflect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45%+ of queries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Agent productivity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+14%</a:t>
            </a:r>
            <a:r>
              <a:rPr sz="1200">
                <a:solidFill>
                  <a:srgbClr val="151515"/>
                </a:solidFill>
                <a:latin typeface="Red Hat Text"/>
              </a:rPr>
              <a:t> with AI (Stanford-MIT)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First Response Time improved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42.68%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By 2027,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50% of cases</a:t>
            </a:r>
            <a:r>
              <a:rPr sz="1200">
                <a:solidFill>
                  <a:srgbClr val="151515"/>
                </a:solidFill>
                <a:latin typeface="Red Hat Text"/>
              </a:rPr>
              <a:t> resolved by AI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90% of CX leaders report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positive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91440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Shifting from agent-assisted Tier 1 to AI-automated resolution reduces per-ticket cost by 90%+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303520"/>
            <a:ext cx="54864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 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766620" cy="164592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Red Hat Display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FFFFFF"/>
                </a:solidFill>
                <a:latin typeface="Red Hat Display"/>
              </a:rPr>
              <a:t>Jira API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Red Hat Text"/>
              </a:rPr>
              <a:t>Cron/webhook sync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78100" y="213969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89580" y="164592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FastAPI Server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Python 3.12, OpenShift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493361" y="213969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04841" y="164592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SQLite Cache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13 tables, ~14K tickets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08622" y="213969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0102" y="164592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Gemini AI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Classification + drafting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23883" y="2139696"/>
            <a:ext cx="274320" cy="658368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5363" y="1645920"/>
            <a:ext cx="176662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51515"/>
                </a:solidFill>
                <a:latin typeface="Red Hat Display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100" b="1">
                <a:solidFill>
                  <a:srgbClr val="151515"/>
                </a:solidFill>
                <a:latin typeface="Red Hat Display"/>
              </a:rPr>
              <a:t>Response</a:t>
            </a:r>
          </a:p>
          <a:p>
            <a:pPr algn="ctr"/>
            <a:r>
              <a:rPr sz="900">
                <a:solidFill>
                  <a:srgbClr val="151515"/>
                </a:solidFill>
                <a:latin typeface="Red Hat Text"/>
              </a:rPr>
              <a:t>Slack / Jira comment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493008" cy="9601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🖥️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Runtime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Python 3.12, FastAPI, single OpenShift pod (256-512Mi)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3657600"/>
            <a:ext cx="3493008" cy="9601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🤖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AI Model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Gemini 3.1 Pro via Vertex AI (service account auth)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8975" y="3657600"/>
            <a:ext cx="3493008" cy="9601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💾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Data Store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SQLite, 13 tables, ~14K tickets cached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00600"/>
            <a:ext cx="3493008" cy="9601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🔄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Sync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Cron polling (5 min), webhook-triggered 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4800600"/>
            <a:ext cx="3493008" cy="9601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🔒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PII Protection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15 categories scrubbed, role-separated pseudonyms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4800600"/>
            <a:ext cx="3493008" cy="960119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📊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Reporting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Google Sheets + Docs export via service account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 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and PII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1515"/>
                </a:solidFill>
                <a:latin typeface="Red Hat Text"/>
              </a:rPr>
              <a:t>All ticket data is automatically scrubbed before AI processing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94560"/>
          <a:ext cx="1084478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928"/>
                <a:gridCol w="3614928"/>
                <a:gridCol w="3614928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Category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Example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Replacement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Email addresses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user@redhat.com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[EMAIL]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API keys/tokens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Bearer xyz123...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[API_KEY]</a:t>
                      </a:r>
                    </a:p>
                  </a:txBody>
                  <a:tcPr anchor="ctr"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SSH keys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ssh-rsa AAAA...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[SSH_KEY]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IP addresses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10.0.0.1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[IP_ADDRESS]</a:t>
                      </a:r>
                    </a:p>
                  </a:txBody>
                  <a:tcPr anchor="ctr"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Kerberos principals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user@REDHAT.COM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[KERBEROS]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LDAP DNs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cn=user,ou=...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[LDAP_DN]</a:t>
                      </a:r>
                    </a:p>
                  </a:txBody>
                  <a:tcPr anchor="ctr"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Identity fields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Reporter, author, assignee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Role-separated pseudonyms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669280"/>
            <a:ext cx="9144000" cy="9143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15 regex categories total. No real PII reaches the AI model. Anonymization is consistent (same person = same pseudonym) but role-separated (no cross-role re-identification).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669280"/>
            <a:ext cx="54864" cy="91439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 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Breakdown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84478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196"/>
                <a:gridCol w="2711196"/>
                <a:gridCol w="2711196"/>
                <a:gridCol w="2711196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Monthly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Annual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Notes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OpenShift compute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$120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$1,440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 pod, 256-512Mi 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Gemini AI (classification)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~114 new tickets/week</a:t>
                      </a:r>
                    </a:p>
                  </a:txBody>
                  <a:tcPr anchor="ctr"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Gemini AI (response drafting)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~$120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~50 drafts/week at maturity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Gemini AI (gap analysis)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Monthly refresh</a:t>
                      </a:r>
                    </a:p>
                  </a:txBody>
                  <a:tcPr anchor="ctr"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Google API (Docs/Sheets)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Service account, no per-call cost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Slack integration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Included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No additional licensing</a:t>
                      </a:r>
                    </a:p>
                  </a:txBody>
                  <a:tcPr anchor="ctr">
                    <a:noFill/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$180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$2,160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029200"/>
            <a:ext cx="5285231" cy="73151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600" b="1">
                <a:solidFill>
                  <a:srgbClr val="151515"/>
                </a:solidFill>
                <a:latin typeface="Red Hat Display"/>
              </a:rPr>
              <a:t>For Comparison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1 JSM Cloud agent seat = $75/month ($900/year)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151515"/>
                </a:solidFill>
                <a:latin typeface="Red Hat Text"/>
              </a:rPr>
              <a:t>•  1 FTE at $35/hr = ~$73K/year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6751" y="5029200"/>
            <a:ext cx="5285231" cy="731519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600" b="1">
                <a:solidFill>
                  <a:srgbClr val="FFFFFF"/>
                </a:solidFill>
                <a:latin typeface="Red Hat Display"/>
              </a:rPr>
              <a:t>This Service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$180/month total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FFFF"/>
                </a:solidFill>
                <a:latin typeface="Red Hat Text"/>
              </a:rPr>
              <a:t>•  Handles all ticket volume at flat cost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 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8447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51515"/>
                </a:solidFill>
                <a:latin typeface="Red Hat Text"/>
              </a:rPr>
              <a:t>Why not just hire more people?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94560"/>
          <a:ext cx="108447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956"/>
                <a:gridCol w="2168956"/>
                <a:gridCol w="2168956"/>
                <a:gridCol w="2168956"/>
                <a:gridCol w="2168956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Red Hat Text"/>
                        </a:defRPr>
                      </a:pP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1 Person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2 People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5 People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This Service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Annual cost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~$85K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~$170K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~$425K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$2,160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Ramp time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2-4 weeks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2-4 weeks each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2-4 weeks each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Immediate</a:t>
                      </a:r>
                    </a:p>
                  </a:txBody>
                  <a:tcPr anchor="ctr">
                    <a:noFill/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Availability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40 hrs/week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80 hrs/week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200 hrs/week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24/7/365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Consistency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Varies more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Varies most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100% consistent</a:t>
                      </a:r>
                    </a:p>
                  </a:txBody>
                  <a:tcPr anchor="ctr">
                    <a:noFill/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Knowledge retention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Leaves with person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Fragmented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Fragmented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Permanent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Scales with volume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Linear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Linear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Linear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Flat cost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943600"/>
            <a:ext cx="9144000" cy="-182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200">
                <a:solidFill>
                  <a:srgbClr val="151515"/>
                </a:solidFill>
                <a:latin typeface="Red Hat Text"/>
              </a:rPr>
              <a:t>Adding people scales linearly — double the tickets, double the cost. At a certain point, more people creates coordination overhead, inconsistent answers, and training lag.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943600"/>
            <a:ext cx="54864" cy="-1828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APPENDIX 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Gating — How Auto-Response Works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8447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2392"/>
                <a:gridCol w="542239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Red Hat Text"/>
                        </a:rPr>
                        <a:t>Action</a:t>
                      </a:r>
                    </a:p>
                  </a:txBody>
                  <a:tcPr anchor="ctr">
                    <a:solidFill>
                      <a:srgbClr val="EE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&gt; 0.85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Auto-send response (customer-facing)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0.50 – 0.85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Draft as internal comment for agent review</a:t>
                      </a:r>
                    </a:p>
                  </a:txBody>
                  <a:tcPr anchor="ctr"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&lt; 0.50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51515"/>
                          </a:solidFill>
                          <a:latin typeface="Red Hat Text"/>
                        </a:defRPr>
                      </a:pPr>
                      <a:r>
                        <a:t>Route to agent with context card, no draft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657600"/>
            <a:ext cx="3493008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📊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Classification Confidence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How well does the ticket match known patterns?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3087" y="3657600"/>
            <a:ext cx="3493008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📚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KB Match Quality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Exact article match or just partial?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8975" y="3657600"/>
            <a:ext cx="3493008" cy="1645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2400">
                <a:latin typeface="Red Hat Text"/>
              </a:rPr>
              <a:t>🔧</a:t>
            </a:r>
          </a:p>
          <a:p>
            <a:pPr>
              <a:spcBef>
                <a:spcPts val="400"/>
              </a:spcBef>
            </a:pPr>
            <a:r>
              <a:rPr sz="1200" b="1">
                <a:solidFill>
                  <a:srgbClr val="151515"/>
                </a:solidFill>
                <a:latin typeface="Red Hat Display"/>
              </a:rPr>
              <a:t>Resolution Clarity</a:t>
            </a:r>
          </a:p>
          <a:p>
            <a:r>
              <a:rPr sz="1000">
                <a:solidFill>
                  <a:srgbClr val="6A6E73"/>
                </a:solidFill>
                <a:latin typeface="Red Hat Text"/>
              </a:rPr>
              <a:t>Was the historical fix clear and reproducible?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0844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51515"/>
                </a:solidFill>
                <a:latin typeface="Red Hat Text"/>
              </a:rPr>
              <a:t>Best practices: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Start high, lower gradually as accuracy proves 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Phased rollout per question type, not all at once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Thresholds calibrated weekly from actual accuracy data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Categories with frequent edits get thresholds raised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51515"/>
                </a:solidFill>
                <a:latin typeface="Red Hat Text"/>
              </a:rPr>
              <a:t>•  </a:t>
            </a:r>
            <a:r>
              <a:rPr sz="1200" b="1">
                <a:solidFill>
                  <a:srgbClr val="151515"/>
                </a:solidFill>
                <a:latin typeface="Red Hat Text"/>
              </a:rPr>
              <a:t>Safety:</a:t>
            </a:r>
            <a:r>
              <a:rPr sz="1200">
                <a:solidFill>
                  <a:srgbClr val="151515"/>
                </a:solidFill>
                <a:latin typeface="Red Hat Text"/>
              </a:rPr>
              <a:t> Starts in draft-only mode — auto-send enabled per-category after accuracy is proven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151515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9A8A8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d Hat - Dark">
  <a:themeElements>
    <a:clrScheme name="Simple Light">
      <a:dk1>
        <a:srgbClr val="FFFFFF"/>
      </a:dk1>
      <a:lt1>
        <a:srgbClr val="151515"/>
      </a:lt1>
      <a:dk2>
        <a:srgbClr val="F9A8A8"/>
      </a:dk2>
      <a:lt2>
        <a:srgbClr val="F56E6E"/>
      </a:lt2>
      <a:accent1>
        <a:srgbClr val="EE0000"/>
      </a:accent1>
      <a:accent2>
        <a:srgbClr val="A60000"/>
      </a:accent2>
      <a:accent3>
        <a:srgbClr val="5F0000"/>
      </a:accent3>
      <a:accent4>
        <a:srgbClr val="E0E0E0"/>
      </a:accent4>
      <a:accent5>
        <a:srgbClr val="87BB62"/>
      </a:accent5>
      <a:accent6>
        <a:srgbClr val="F4784A"/>
      </a:accent6>
      <a:hlink>
        <a:srgbClr val="4394E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