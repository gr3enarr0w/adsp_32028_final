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27" r:id="rId5"/>
    <p:sldMasterId id="2147483828" r:id="rId6"/>
    <p:sldMasterId id="2147483829" r:id="rId7"/>
    <p:sldMasterId id="2147483830" r:id="rId8"/>
  </p:sldMasterIdLst>
  <p:notesMasterIdLst>
    <p:notesMasterId r:id="rId9"/>
  </p:notesMasterIdLst>
  <p:sldIdLst>
    <p:sldId id="256" r:id="rId38"/>
    <p:sldId id="257" r:id="rId39"/>
    <p:sldId id="258" r:id="rId40"/>
    <p:sldId id="259" r:id="rId41"/>
    <p:sldId id="260" r:id="rId42"/>
    <p:sldId id="261" r:id="rId43"/>
    <p:sldId id="262" r:id="rId44"/>
    <p:sldId id="263" r:id="rId45"/>
    <p:sldId id="264" r:id="rId46"/>
    <p:sldId id="265" r:id="rId47"/>
    <p:sldId id="266" r:id="rId48"/>
    <p:sldId id="267" r:id="rId49"/>
    <p:sldId id="268" r:id="rId50"/>
    <p:sldId id="269" r:id="rId51"/>
    <p:sldId id="270" r:id="rId52"/>
    <p:sldId id="271" r:id="rId53"/>
    <p:sldId id="272" r:id="rId54"/>
    <p:sldId id="273" r:id="rId55"/>
    <p:sldId id="274" r:id="rId56"/>
    <p:sldId id="275" r:id="rId57"/>
  </p:sldIdLst>
  <p:sldSz cy="6858000" cx="12192000"/>
  <p:notesSz cx="6858000" cy="9144000"/>
  <p:embeddedFontLst>
    <p:embeddedFont>
      <p:font typeface="Red Hat Text Medium"/>
      <p:regular r:id="rId133"/>
      <p:bold r:id="rId134"/>
      <p:italic r:id="rId135"/>
      <p:boldItalic r:id="rId136"/>
    </p:embeddedFont>
    <p:embeddedFont>
      <p:font typeface="Red Hat Display Medium"/>
      <p:regular r:id="rId137"/>
      <p:bold r:id="rId138"/>
      <p:italic r:id="rId139"/>
      <p:boldItalic r:id="rId140"/>
    </p:embeddedFont>
    <p:embeddedFont>
      <p:font typeface="Overpass"/>
      <p:regular r:id="rId141"/>
      <p:bold r:id="rId142"/>
      <p:italic r:id="rId143"/>
      <p:boldItalic r:id="rId144"/>
    </p:embeddedFont>
    <p:embeddedFont>
      <p:font typeface="Red Hat Display"/>
      <p:regular r:id="rId145"/>
      <p:bold r:id="rId146"/>
      <p:italic r:id="rId147"/>
      <p:boldItalic r:id="rId148"/>
    </p:embeddedFont>
    <p:embeddedFont>
      <p:font typeface="Red Hat Text"/>
      <p:regular r:id="rId149"/>
      <p:bold r:id="rId150"/>
      <p:italic r:id="rId151"/>
      <p:boldItalic r:id="rId152"/>
    </p:embeddedFont>
    <p:embeddedFont>
      <p:font typeface="Red Hat Mono"/>
      <p:regular r:id="rId153"/>
      <p:bold r:id="rId154"/>
      <p:italic r:id="rId155"/>
      <p:boldItalic r:id="rId156"/>
    </p:embeddedFont>
    <p:embeddedFont>
      <p:font typeface="Red Hat Mono Medium"/>
      <p:regular r:id="rId157"/>
      <p:bold r:id="rId158"/>
      <p:italic r:id="rId159"/>
      <p:boldItalic r:id="rId1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55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77FB2D-7A04-4C0B-9559-631B63EA856E}">
  <a:tblStyle styleId="{0977FB2D-7A04-4C0B-9559-631B63EA85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55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Relationship Id="rId49" Type="http://schemas.openxmlformats.org/officeDocument/2006/relationships/slide" Target="slides/slide12.xml"/><Relationship Id="rId50" Type="http://schemas.openxmlformats.org/officeDocument/2006/relationships/slide" Target="slides/slide13.xml"/><Relationship Id="rId51" Type="http://schemas.openxmlformats.org/officeDocument/2006/relationships/slide" Target="slides/slide14.xml"/><Relationship Id="rId52" Type="http://schemas.openxmlformats.org/officeDocument/2006/relationships/slide" Target="slides/slide15.xml"/><Relationship Id="rId53" Type="http://schemas.openxmlformats.org/officeDocument/2006/relationships/slide" Target="slides/slide16.xml"/><Relationship Id="rId54" Type="http://schemas.openxmlformats.org/officeDocument/2006/relationships/slide" Target="slides/slide17.xml"/><Relationship Id="rId55" Type="http://schemas.openxmlformats.org/officeDocument/2006/relationships/slide" Target="slides/slide18.xml"/><Relationship Id="rId56" Type="http://schemas.openxmlformats.org/officeDocument/2006/relationships/slide" Target="slides/slide19.xml"/><Relationship Id="rId57" Type="http://schemas.openxmlformats.org/officeDocument/2006/relationships/slide" Target="slides/slide20.xml"/><Relationship Id="rId133" Type="http://schemas.openxmlformats.org/officeDocument/2006/relationships/font" Target="fonts/RedHatTextMedium-regular.fntdata"/><Relationship Id="rId134" Type="http://schemas.openxmlformats.org/officeDocument/2006/relationships/font" Target="fonts/RedHatTextMedium-bold.fntdata"/><Relationship Id="rId135" Type="http://schemas.openxmlformats.org/officeDocument/2006/relationships/font" Target="fonts/RedHatTextMedium-italic.fntdata"/><Relationship Id="rId136" Type="http://schemas.openxmlformats.org/officeDocument/2006/relationships/font" Target="fonts/RedHatTextMedium-boldItalic.fntdata"/><Relationship Id="rId137" Type="http://schemas.openxmlformats.org/officeDocument/2006/relationships/font" Target="fonts/RedHatDisplayMedium-regular.fntdata"/><Relationship Id="rId138" Type="http://schemas.openxmlformats.org/officeDocument/2006/relationships/font" Target="fonts/RedHatDisplayMedium-bold.fntdata"/><Relationship Id="rId139" Type="http://schemas.openxmlformats.org/officeDocument/2006/relationships/font" Target="fonts/RedHatDisplayMedium-italic.fntdata"/><Relationship Id="rId140" Type="http://schemas.openxmlformats.org/officeDocument/2006/relationships/font" Target="fonts/RedHatDisplayMedium-boldItalic.fntdata"/><Relationship Id="rId141" Type="http://schemas.openxmlformats.org/officeDocument/2006/relationships/font" Target="fonts/Overpass-regular.fntdata"/><Relationship Id="rId142" Type="http://schemas.openxmlformats.org/officeDocument/2006/relationships/font" Target="fonts/Overpass-bold.fntdata"/><Relationship Id="rId143" Type="http://schemas.openxmlformats.org/officeDocument/2006/relationships/font" Target="fonts/Overpass-italic.fntdata"/><Relationship Id="rId144" Type="http://schemas.openxmlformats.org/officeDocument/2006/relationships/font" Target="fonts/Overpass-boldItalic.fntdata"/><Relationship Id="rId145" Type="http://schemas.openxmlformats.org/officeDocument/2006/relationships/font" Target="fonts/RedHatDisplay-regular.fntdata"/><Relationship Id="rId146" Type="http://schemas.openxmlformats.org/officeDocument/2006/relationships/font" Target="fonts/RedHatDisplay-bold.fntdata"/><Relationship Id="rId147" Type="http://schemas.openxmlformats.org/officeDocument/2006/relationships/font" Target="fonts/RedHatDisplay-italic.fntdata"/><Relationship Id="rId148" Type="http://schemas.openxmlformats.org/officeDocument/2006/relationships/font" Target="fonts/RedHatDisplay-boldItalic.fntdata"/><Relationship Id="rId149" Type="http://schemas.openxmlformats.org/officeDocument/2006/relationships/font" Target="fonts/RedHatText-regular.fntdata"/><Relationship Id="rId150" Type="http://schemas.openxmlformats.org/officeDocument/2006/relationships/font" Target="fonts/RedHatText-bold.fntdata"/><Relationship Id="rId151" Type="http://schemas.openxmlformats.org/officeDocument/2006/relationships/font" Target="fonts/RedHatText-italic.fntdata"/><Relationship Id="rId152" Type="http://schemas.openxmlformats.org/officeDocument/2006/relationships/font" Target="fonts/RedHatText-boldItalic.fntdata"/><Relationship Id="rId153" Type="http://schemas.openxmlformats.org/officeDocument/2006/relationships/font" Target="fonts/RedHatMono-regular.fntdata"/><Relationship Id="rId154" Type="http://schemas.openxmlformats.org/officeDocument/2006/relationships/font" Target="fonts/RedHatMono-bold.fntdata"/><Relationship Id="rId155" Type="http://schemas.openxmlformats.org/officeDocument/2006/relationships/font" Target="fonts/RedHatMono-italic.fntdata"/><Relationship Id="rId156" Type="http://schemas.openxmlformats.org/officeDocument/2006/relationships/font" Target="fonts/RedHatMono-boldItalic.fntdata"/><Relationship Id="rId157" Type="http://schemas.openxmlformats.org/officeDocument/2006/relationships/font" Target="fonts/RedHatMonoMedium-regular.fntdata"/><Relationship Id="rId158" Type="http://schemas.openxmlformats.org/officeDocument/2006/relationships/font" Target="fonts/RedHatMonoMedium-bold.fntdata"/><Relationship Id="rId159" Type="http://schemas.openxmlformats.org/officeDocument/2006/relationships/font" Target="fonts/RedHatMonoMedium-italic.fntdata"/><Relationship Id="rId160" Type="http://schemas.openxmlformats.org/officeDocument/2006/relationships/font" Target="fonts/RedHatMono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system: autonomous pipeline that classifies, retrieves, drafts, and self-checks responses for JIRACONFSD tickets on stage.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 models in sequence. Local models handle volume cheaply; Gemini handles reasoning.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 models (LR, LightGBM, MiniLM, cardiffnlp, emotion, MinHash, cross-encoder) run on OCP PVC. Gemini Pro for generation, Flash Lite for self-check.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 ensemble handles 90% of tickets with no API cost. Gemini only for rare categories.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Self-check is the last gate. It correctly blocks off-topic drafts — like the GitHub admin steps example.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tickets on stage. One good, one partially right, one wrong — shows the range.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actual internal Jira comment. It has the three-section structure: admin steps, customer response, rating guide.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Self-check passed but operationally wrong. More emoji ratings on this pattern will improve it — the few-shot pool only has 3 examples currently.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template for Access category exists and would have generated the right response — but a slot-filling bug was corrupting the system name. Now fixed.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the system auto-generates KB articles and why the threshold matters.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parent page in Confluence: stage-redhat.atlassian.net/wiki/spaces/HUB/pages/120947227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threshold is a business decision, not a technical one. Higher = fewer, richer articles. This is on the story list — team decides when.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They solve different problems. KB visibility is the key conflict.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KB visibility conflict is the sharpest point. Virtual Agent requires public KB; our approach gates articles to reviewers. They point in opposite directions.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1,000/month is per site, not per project. If Red Hat has 5 JSM projects all using Virtual Agent, they share that pool.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 is a decision, not a technical milestone. Everything is categorized by type.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non-negotiable before prod. Everything else is a choice.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Full list in FIXES_AND_DECISIONS.md in the repo. Items are categorized by type, not priority — team decides.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Hand off to Q&amp;A. The FIXES_AND_DECISIONS.md has everything categorized. PIA is the hard dependency.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0.png"/><Relationship Id="rId3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0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0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1.png"/><Relationship Id="rId3" Type="http://schemas.openxmlformats.org/officeDocument/2006/relationships/image" Target="../media/image1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1.pn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2.pn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2.png"/><Relationship Id="rId3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0.png"/><Relationship Id="rId3" Type="http://schemas.openxmlformats.org/officeDocument/2006/relationships/image" Target="../media/image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Relationship Id="rId3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0.png"/><Relationship Id="rId3" Type="http://schemas.openxmlformats.org/officeDocument/2006/relationships/image" Target="../media/image28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Relationship Id="rId3" Type="http://schemas.openxmlformats.org/officeDocument/2006/relationships/image" Target="../media/image28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Relationship Id="rId3" Type="http://schemas.openxmlformats.org/officeDocument/2006/relationships/image" Target="../media/image2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4.png"/><Relationship Id="rId3" Type="http://schemas.openxmlformats.org/officeDocument/2006/relationships/image" Target="../media/image2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4.png"/><Relationship Id="rId3" Type="http://schemas.openxmlformats.org/officeDocument/2006/relationships/image" Target="../media/image28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Relationship Id="rId3" Type="http://schemas.openxmlformats.org/officeDocument/2006/relationships/image" Target="../media/image28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8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0.png"/><Relationship Id="rId3" Type="http://schemas.openxmlformats.org/officeDocument/2006/relationships/image" Target="../media/image5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0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0.png"/><Relationship Id="rId3" Type="http://schemas.openxmlformats.org/officeDocument/2006/relationships/image" Target="../media/image28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1.png"/><Relationship Id="rId3" Type="http://schemas.openxmlformats.org/officeDocument/2006/relationships/image" Target="../media/image28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1.png"/><Relationship Id="rId3" Type="http://schemas.openxmlformats.org/officeDocument/2006/relationships/image" Target="../media/image28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2.png"/><Relationship Id="rId3" Type="http://schemas.openxmlformats.org/officeDocument/2006/relationships/image" Target="../media/image28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2.png"/><Relationship Id="rId3" Type="http://schemas.openxmlformats.org/officeDocument/2006/relationships/image" Target="../media/image28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0.png"/><Relationship Id="rId3" Type="http://schemas.openxmlformats.org/officeDocument/2006/relationships/image" Target="../media/image28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28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5.png"/><Relationship Id="rId3" Type="http://schemas.openxmlformats.org/officeDocument/2006/relationships/image" Target="../media/image28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5.png"/><Relationship Id="rId3" Type="http://schemas.openxmlformats.org/officeDocument/2006/relationships/image" Target="../media/image28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7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8.png"/><Relationship Id="rId3" Type="http://schemas.openxmlformats.org/officeDocument/2006/relationships/image" Target="../media/image28.png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32" name="Google Shape;32;p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292929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42" name="Google Shape;4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" name="Google Shape;43;p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292929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0" name="Google Shape;5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55" name="Google Shape;55;p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6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4" name="Google Shape;74;p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78" name="Google Shape;78;p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pic>
        <p:nvPicPr>
          <p:cNvPr id="82" name="Google Shape;82;p8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6" name="Google Shape;86;p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9" name="Google Shape;89;p9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0" name="Google Shape;9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96" name="Google Shape;9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0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1" name="Google Shape;101;p1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105" name="Google Shape;105;p11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0" name="Google Shape;110;p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2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13" name="Google Shape;113;p12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3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18" name="Google Shape;118;p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3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20" name="Google Shape;120;p1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3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25" name="Google Shape;125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4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4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4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1" name="Google Shape;131;p14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14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36" name="Google Shape;136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5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sz="1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54" name="Google Shape;154;p1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7" name="Google Shape;157;p16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2" name="Google Shape;162;p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17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70" name="Google Shape;170;p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79" name="Google Shape;179;p1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9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90" name="Google Shape;190;p19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91" name="Google Shape;191;p19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93" name="Google Shape;193;p19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2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2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0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205" name="Google Shape;205;p20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07" name="Google Shape;207;p20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2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7" name="Google Shape;217;p21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8" name="Google Shape;218;p21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9" name="Google Shape;219;p21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21" name="Google Shape;221;p21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24" name="Google Shape;224;p2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2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cxnSp>
        <p:nvCxnSpPr>
          <p:cNvPr id="232" name="Google Shape;232;p2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5" name="Google Shape;235;p2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23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" name="Google Shape;243;p2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47" name="Google Shape;247;p24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50" name="Google Shape;250;p2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3" name="Google Shape;253;p2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" name="Google Shape;257;p2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66" name="Google Shape;266;p26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2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" name="Google Shape;271;p2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74" name="Google Shape;274;p27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76" name="Google Shape;276;p27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79" name="Google Shape;279;p2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2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2" name="Google Shape;282;p2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4" name="Google Shape;284;p28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8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86" name="Google Shape;286;p28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" name="Google Shape;287;p28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" name="Google Shape;289;p2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2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2" name="Google Shape;292;p2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96" name="Google Shape;296;p29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00" name="Google Shape;300;p29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02" name="Google Shape;302;p29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5" name="Google Shape;305;p30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6" name="Google Shape;306;p30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07" name="Google Shape;307;p3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3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0" name="Google Shape;310;p3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2" name="Google Shape;312;p30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0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14" name="Google Shape;314;p30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5" name="Google Shape;315;p30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16" name="Google Shape;316;p30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7" name="Google Shape;317;p30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18" name="Google Shape;318;p30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9" name="Google Shape;319;p30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20" name="Google Shape;320;p30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21" name="Google Shape;321;p3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22" name="Google Shape;322;p30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26" name="Google Shape;326;p3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9" name="Google Shape;329;p3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31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332" name="Google Shape;332;p31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33" name="Google Shape;333;p31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4" name="Google Shape;334;p31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35" name="Google Shape;335;p31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37" name="Google Shape;337;p31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39" name="Google Shape;339;p31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3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3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4" name="Google Shape;344;p3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46" name="Google Shape;346;p32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47" name="Google Shape;347;p32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48" name="Google Shape;348;p32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50" name="Google Shape;350;p32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51" name="Google Shape;351;p32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52" name="Google Shape;352;p32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53" name="Google Shape;353;p3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54" name="Google Shape;354;p32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6" name="Google Shape;356;p3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3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9" name="Google Shape;359;p3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33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62" name="Google Shape;362;p33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3" name="Google Shape;363;p33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4" name="Google Shape;364;p33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5" name="Google Shape;365;p33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6" name="Google Shape;366;p33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7" name="Google Shape;367;p33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8" name="Google Shape;368;p33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69" name="Google Shape;369;p3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70" name="Google Shape;370;p33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2" name="Google Shape;372;p3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5" name="Google Shape;375;p3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7" name="Google Shape;377;p34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78" name="Google Shape;378;p34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79" name="Google Shape;379;p34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80" name="Google Shape;380;p34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1" name="Google Shape;381;p34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4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4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4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4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4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4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4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4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4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4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4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4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4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4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4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4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4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4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4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4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4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4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4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4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4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4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4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4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4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4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4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4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4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4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4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4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4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4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4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4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4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4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4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4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4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4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4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4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4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4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4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4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4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4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4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4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4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4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4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4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4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4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4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4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4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4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4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4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4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4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4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4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4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4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4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4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4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4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4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4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4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4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4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4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4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4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4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4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4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4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4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4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4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4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4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4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4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4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4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4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4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4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4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4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4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4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4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4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4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4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4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4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4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4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4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4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4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4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4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4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4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4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4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4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4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4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4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4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4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4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4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4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4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4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4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4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4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4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4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4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4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4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4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4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4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4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4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4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4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4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4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4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4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4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4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4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4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4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4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4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4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4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4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4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4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4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4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4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4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4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4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4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4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4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4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4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4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82" name="Google Shape;582;p3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583" name="Google Shape;583;p34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5" name="Google Shape;585;p3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3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3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8" name="Google Shape;588;p3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90" name="Google Shape;590;p35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35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92" name="Google Shape;592;p35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593" name="Google Shape;593;p35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94" name="Google Shape;594;p35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95" name="Google Shape;595;p35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96" name="Google Shape;596;p35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597" name="Google Shape;597;p35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pic>
        <p:nvPicPr>
          <p:cNvPr id="598" name="Google Shape;5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5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03" name="Google Shape;603;p35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5" name="Google Shape;605;p3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3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3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8" name="Google Shape;608;p3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10" name="Google Shape;610;p36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11" name="Google Shape;611;p36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612" name="Google Shape;612;p36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13" name="Google Shape;613;p36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614" name="Google Shape;614;p36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15" name="Google Shape;61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6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19" name="Google Shape;619;p36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22" name="Google Shape;622;p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3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5" name="Google Shape;625;p3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7" name="Google Shape;627;p37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28" name="Google Shape;628;p37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pic>
        <p:nvPicPr>
          <p:cNvPr id="629" name="Google Shape;62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1" name="Google Shape;631;p3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3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3" name="Google Shape;633;p3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4" name="Google Shape;634;p3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3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6" name="Google Shape;636;p38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37" name="Google Shape;637;p38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38" name="Google Shape;638;p38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39" name="Google Shape;639;p38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0" name="Google Shape;640;p38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41" name="Google Shape;641;p38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2" name="Google Shape;642;p38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43" name="Google Shape;643;p38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4" name="Google Shape;644;p38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5" name="Google Shape;645;p3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46" name="Google Shape;646;p38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8" name="Google Shape;648;p3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3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0" name="Google Shape;650;p3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1" name="Google Shape;651;p3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53" name="Google Shape;653;p39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39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39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56" name="Google Shape;656;p39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57" name="Google Shape;657;p39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58" name="Google Shape;658;p39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59" name="Google Shape;659;p39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0" name="Google Shape;660;p39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61" name="Google Shape;661;p39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2" name="Google Shape;662;p39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63" name="Google Shape;663;p39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4" name="Google Shape;664;p39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5" name="Google Shape;665;p3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66" name="Google Shape;666;p39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0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69" name="Google Shape;669;p40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670" name="Google Shape;670;p40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71" name="Google Shape;671;p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4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4" name="Google Shape;674;p4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40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6" name="Google Shape;676;p40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77" name="Google Shape;677;p40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8" name="Google Shape;678;p40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79" name="Google Shape;679;p40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80" name="Google Shape;680;p40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81" name="Google Shape;681;p40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3" name="Google Shape;683;p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6" name="Google Shape;686;p4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88" name="Google Shape;688;p41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41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90" name="Google Shape;690;p41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1" name="Google Shape;691;p41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92" name="Google Shape;692;p41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3" name="Google Shape;693;p41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94" name="Google Shape;694;p41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5" name="Google Shape;695;p41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96" name="Google Shape;696;p41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7" name="Google Shape;697;p4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98" name="Google Shape;698;p41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0" name="Google Shape;700;p4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4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4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3" name="Google Shape;703;p4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5" name="Google Shape;705;p42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None/>
              <a:defRPr/>
            </a:lvl9pPr>
          </a:lstStyle>
          <a:p/>
        </p:txBody>
      </p:sp>
      <p:sp>
        <p:nvSpPr>
          <p:cNvPr id="706" name="Google Shape;706;p42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07" name="Google Shape;707;p4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708" name="Google Shape;708;p42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0" name="Google Shape;710;p4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4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4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3" name="Google Shape;713;p4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43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16" name="Google Shape;716;p43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17" name="Google Shape;717;p4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718" name="Google Shape;718;p43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4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721" name="Google Shape;721;p4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22" name="Google Shape;722;p4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4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4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5" name="Google Shape;725;p4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5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29" name="Google Shape;729;p45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30" name="Google Shape;730;p45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731" name="Google Shape;731;p4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2" name="Google Shape;732;p45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33" name="Google Shape;733;p4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4" name="Google Shape;73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4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6" name="Google Shape;736;p45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8" name="Google Shape;738;p4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" name="Google Shape;739;p4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40" name="Google Shape;740;p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4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2" name="Google Shape;742;p4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6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4" name="Google Shape;744;p46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45" name="Google Shape;745;p46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46" name="Google Shape;746;p46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8" name="Google Shape;748;p4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4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50" name="Google Shape;750;p4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1" name="Google Shape;751;p4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2" name="Google Shape;752;p4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4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4" name="Google Shape;754;p47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55" name="Google Shape;755;p47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9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9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4" name="Google Shape;764;p49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5" name="Google Shape;765;p49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66" name="Google Shape;766;p49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767" name="Google Shape;767;p4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4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9" name="Google Shape;7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0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0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3" name="Google Shape;773;p50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4" name="Google Shape;77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50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9" name="Google Shape;779;p50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0" name="Google Shape;780;p50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1" name="Google Shape;781;p50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782" name="Google Shape;782;p50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4" name="Google Shape;784;p5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5" name="Google Shape;785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1B0D33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1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8" name="Google Shape;788;p51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1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0" name="Google Shape;790;p51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1" name="Google Shape;791;p51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92" name="Google Shape;792;p51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93" name="Google Shape;79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4" name="Google Shape;794;p5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5" name="Google Shape;795;p5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">
  <p:cSld name="TITLE_2_1">
    <p:bg>
      <p:bgPr>
        <a:solidFill>
          <a:schemeClr val="dk1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2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98" name="Google Shape;798;p52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5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0" name="Google Shape;800;p5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1" name="Google Shape;801;p52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02" name="Google Shape;802;p52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03" name="Google Shape;803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4" name="Google Shape;804;p5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5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1B0D33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3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08" name="Google Shape;808;p53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53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10" name="Google Shape;810;p53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1" name="Google Shape;811;p53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2" name="Google Shape;812;p53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</a:t>
            </a: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3" name="Google Shape;813;p53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4" name="Google Shape;814;p53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815" name="Google Shape;815;p5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5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8" name="Google Shape;81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 1">
  <p:cSld name="TITLE_1_1_2">
    <p:bg>
      <p:bgPr>
        <a:solidFill>
          <a:schemeClr val="dk1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4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25" name="Google Shape;825;p54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4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27" name="Google Shape;827;p54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8" name="Google Shape;828;p54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29" name="Google Shape;829;p54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</a:t>
            </a: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30" name="Google Shape;830;p54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31" name="Google Shape;831;p54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832" name="Google Shape;832;p54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5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4" name="Google Shape;834;p5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5" name="Google Shape;835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5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2" name="Google Shape;842;p5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5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5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5" name="Google Shape;84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56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9" name="Google Shape;849;p56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0" name="Google Shape;850;p56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51" name="Google Shape;851;p56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52" name="Google Shape;852;p5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5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7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56" name="Google Shape;856;p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5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8" name="Google Shape;858;p5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59" name="Google Shape;859;p57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860" name="Google Shape;860;p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1" name="Google Shape;86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64" name="Google Shape;864;p5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5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5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67" name="Google Shape;867;p58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8" name="Google Shape;868;p5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9" name="Google Shape;86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1" name="Google Shape;871;p5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5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5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74" name="Google Shape;874;p5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5" name="Google Shape;875;p59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876" name="Google Shape;87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60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79" name="Google Shape;879;p6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6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6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82" name="Google Shape;882;p60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883" name="Google Shape;883;p60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4" name="Google Shape;884;p6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5" name="Google Shape;88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61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88" name="Google Shape;888;p6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6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0" name="Google Shape;890;p61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91" name="Google Shape;891;p6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2" name="Google Shape;89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2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95" name="Google Shape;895;p62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896" name="Google Shape;896;p6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62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98" name="Google Shape;898;p62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9" name="Google Shape;899;p6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" name="Google Shape;900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63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903" name="Google Shape;903;p6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4" name="Google Shape;904;p63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905" name="Google Shape;905;p6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6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7" name="Google Shape;907;p63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8" name="Google Shape;908;p63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09" name="Google Shape;909;p63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0" name="Google Shape;910;p63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1" name="Google Shape;91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64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914" name="Google Shape;914;p6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64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916" name="Google Shape;916;p6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6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8" name="Google Shape;918;p64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9" name="Google Shape;91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64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1" name="Google Shape;921;p64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2" name="Google Shape;922;p64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3" name="Google Shape;923;p64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4" name="Google Shape;924;p64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</a:t>
            </a:r>
            <a:endParaRPr sz="1200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25" name="Google Shape;925;p64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</a:t>
            </a: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.com/RedHat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26" name="Google Shape;92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5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32" name="Google Shape;932;p65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33" name="Google Shape;933;p65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934" name="Google Shape;934;p65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6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6" name="Google Shape;936;p6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37" name="Google Shape;937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6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40" name="Google Shape;940;p6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66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6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6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944" name="Google Shape;944;p6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5" name="Google Shape;94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948" name="Google Shape;948;p6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6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6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1" name="Google Shape;951;p6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2" name="Google Shape;952;p6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953" name="Google Shape;953;p67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54" name="Google Shape;954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57" name="Google Shape;957;p6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6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6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0" name="Google Shape;960;p6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1" name="Google Shape;961;p68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8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8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8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8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8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967" name="Google Shape;967;p68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968" name="Google Shape;968;p68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969" name="Google Shape;969;p6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970" name="Google Shape;970;p68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71" name="Google Shape;971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3" name="Google Shape;973;p6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6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6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6" name="Google Shape;976;p6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7" name="Google Shape;977;p69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9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9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9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9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982" name="Google Shape;982;p6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83" name="Google Shape;983;p6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984" name="Google Shape;984;p6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85" name="Google Shape;985;p69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pic>
        <p:nvPicPr>
          <p:cNvPr id="986" name="Google Shape;986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8" name="Google Shape;988;p7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7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7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1" name="Google Shape;991;p7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92" name="Google Shape;99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0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94" name="Google Shape;994;p70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95" name="Google Shape;995;p70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96" name="Google Shape;996;p70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97" name="Google Shape;997;p7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998" name="Google Shape;998;p70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99" name="Google Shape;9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7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02" name="Google Shape;1002;p7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7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7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5" name="Google Shape;1005;p7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006" name="Google Shape;1006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09" name="Google Shape;1009;p7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cxnSp>
        <p:nvCxnSpPr>
          <p:cNvPr id="1010" name="Google Shape;1010;p7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7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2" name="Google Shape;1012;p7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3" name="Google Shape;1013;p72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14" name="Google Shape;1014;p72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5" name="Google Shape;1015;p72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016" name="Google Shape;1016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8" name="Google Shape;1018;p7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9" name="Google Shape;1019;p7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0" name="Google Shape;1020;p7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1" name="Google Shape;1021;p7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2" name="Google Shape;1022;p73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23" name="Google Shape;1023;p7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024" name="Google Shape;1024;p73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025" name="Google Shape;1025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7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028" name="Google Shape;1028;p7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7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0" name="Google Shape;1030;p7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1" name="Google Shape;1031;p7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2" name="Google Shape;1032;p74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033" name="Google Shape;1033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5" name="Google Shape;1035;p7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7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7" name="Google Shape;1037;p7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8" name="Google Shape;1038;p7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9" name="Google Shape;1039;p75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040" name="Google Shape;1040;p75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041" name="Google Shape;1041;p75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42" name="Google Shape;1042;p7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043" name="Google Shape;1043;p75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044" name="Google Shape;1044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6" name="Google Shape;1046;p7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7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8" name="Google Shape;1048;p7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9" name="Google Shape;1049;p7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0" name="Google Shape;1050;p76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051" name="Google Shape;1051;p76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52" name="Google Shape;1052;p7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053" name="Google Shape;1053;p76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054" name="Google Shape;1054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057" name="Google Shape;1057;p7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7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9" name="Google Shape;1059;p7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0" name="Google Shape;1060;p7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61" name="Google Shape;1061;p77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2" name="Google Shape;1062;p77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63" name="Google Shape;1063;p77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64" name="Google Shape;1064;p77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pic>
        <p:nvPicPr>
          <p:cNvPr id="1065" name="Google Shape;1065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7" name="Google Shape;1067;p7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7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9" name="Google Shape;1069;p7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0" name="Google Shape;1070;p7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1" name="Google Shape;1071;p78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72" name="Google Shape;1072;p78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073" name="Google Shape;1073;p78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74" name="Google Shape;1074;p78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75" name="Google Shape;1075;p78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76" name="Google Shape;1076;p78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077" name="Google Shape;1077;p78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78" name="Google Shape;1078;p7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079" name="Google Shape;1079;p78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080" name="Google Shape;1080;p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9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83" name="Google Shape;1083;p79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84" name="Google Shape;1084;p79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085" name="Google Shape;1085;p7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7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7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8" name="Google Shape;1088;p79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89" name="Google Shape;1089;p79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79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91" name="Google Shape;1091;p79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92" name="Google Shape;1092;p79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093" name="Google Shape;1093;p79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94" name="Google Shape;1094;p79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095" name="Google Shape;1095;p79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96" name="Google Shape;1096;p79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097" name="Google Shape;1097;p79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98" name="Google Shape;1098;p7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099" name="Google Shape;1099;p79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00" name="Google Shape;1100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0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03" name="Google Shape;1103;p80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104" name="Google Shape;1104;p8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8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6" name="Google Shape;1106;p8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7" name="Google Shape;1107;p80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8" name="Google Shape;1108;p80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109" name="Google Shape;1109;p80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10" name="Google Shape;1110;p80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11" name="Google Shape;1111;p80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112" name="Google Shape;1112;p80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13" name="Google Shape;1113;p80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114" name="Google Shape;1114;p80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15" name="Google Shape;1115;p8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116" name="Google Shape;1116;p80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17" name="Google Shape;1117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9" name="Google Shape;1119;p8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8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1" name="Google Shape;1121;p8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2" name="Google Shape;1122;p8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23" name="Google Shape;1123;p81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24" name="Google Shape;1124;p81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125" name="Google Shape;1125;p81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26" name="Google Shape;1126;p81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127" name="Google Shape;1127;p81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28" name="Google Shape;1128;p81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129" name="Google Shape;1129;p81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30" name="Google Shape;1130;p8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131" name="Google Shape;1131;p81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32" name="Google Shape;1132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4" name="Google Shape;1134;p8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8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8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7" name="Google Shape;1137;p8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8" name="Google Shape;1138;p82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139" name="Google Shape;1139;p82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0" name="Google Shape;1140;p82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1" name="Google Shape;1141;p82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2" name="Google Shape;1142;p82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3" name="Google Shape;1143;p82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4" name="Google Shape;1144;p82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5" name="Google Shape;1145;p82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46" name="Google Shape;1146;p8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147" name="Google Shape;1147;p82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48" name="Google Shape;1148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0" name="Google Shape;1150;p8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8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2" name="Google Shape;1152;p8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3" name="Google Shape;1153;p8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4" name="Google Shape;1154;p83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155" name="Google Shape;1155;p83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56" name="Google Shape;1156;p83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157" name="Google Shape;1157;p83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58" name="Google Shape;1158;p83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83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83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83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83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83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83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83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83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83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83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3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83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83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83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83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83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83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83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83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83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83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83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83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83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83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83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83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83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83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83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3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83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83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83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83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83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83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83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83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83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83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83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83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83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83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83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83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83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83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83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83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83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83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83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83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83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83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3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83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83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83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83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83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83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83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83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83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83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83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83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83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83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83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83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83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83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83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83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83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83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83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83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83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83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3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83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83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83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83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83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83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83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83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83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83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83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83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83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83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83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83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83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83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83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83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83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83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83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83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83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83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83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83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83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83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83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83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83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83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83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83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83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83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83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83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83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83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83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83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83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83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83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83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83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83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83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83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83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83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83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83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83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83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83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83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83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83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83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83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83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83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83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83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83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83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83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83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83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83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83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83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83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83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83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83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83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83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83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83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83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83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83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83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83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83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83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83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83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83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83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83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83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83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83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83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83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83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83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83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83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83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83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83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83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83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83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83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83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83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83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59" name="Google Shape;1359;p8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360" name="Google Shape;1360;p83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361" name="Google Shape;1361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3" name="Google Shape;1363;p8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4" name="Google Shape;1364;p8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5" name="Google Shape;1365;p8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6" name="Google Shape;1366;p8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367" name="Google Shape;1367;p84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68" name="Google Shape;1368;p84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69" name="Google Shape;1369;p84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70" name="Google Shape;1370;p84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371" name="Google Shape;1371;p84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372" name="Google Shape;1372;p84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373" name="Google Shape;1373;p84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74" name="Google Shape;1374;p84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pic>
        <p:nvPicPr>
          <p:cNvPr id="1375" name="Google Shape;1375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84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79" name="Google Shape;1379;p8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380" name="Google Shape;1380;p84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381" name="Google Shape;138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3" name="Google Shape;1383;p8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4" name="Google Shape;1384;p8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5" name="Google Shape;1385;p8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6" name="Google Shape;1386;p8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387" name="Google Shape;1387;p85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88" name="Google Shape;1388;p85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89" name="Google Shape;1389;p85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90" name="Google Shape;1390;p85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91" name="Google Shape;1391;p85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92" name="Google Shape;1392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85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95" name="Google Shape;1395;p8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396" name="Google Shape;1396;p85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397" name="Google Shape;139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8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400" name="Google Shape;1400;p8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1" name="Google Shape;1401;p8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2" name="Google Shape;1402;p8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3" name="Google Shape;1403;p86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4" name="Google Shape;1404;p86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05" name="Google Shape;1405;p86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pic>
        <p:nvPicPr>
          <p:cNvPr id="1406" name="Google Shape;1406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9" name="Google Shape;1409;p8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0" name="Google Shape;1410;p8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1" name="Google Shape;1411;p8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2" name="Google Shape;1412;p8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3" name="Google Shape;1413;p87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14" name="Google Shape;1414;p87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15" name="Google Shape;1415;p87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16" name="Google Shape;1416;p87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17" name="Google Shape;1417;p87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18" name="Google Shape;1418;p87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19" name="Google Shape;1419;p87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20" name="Google Shape;1420;p87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21" name="Google Shape;1421;p87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22" name="Google Shape;1422;p8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23" name="Google Shape;1423;p87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24" name="Google Shape;1424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6" name="Google Shape;1426;p8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7" name="Google Shape;1427;p8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8" name="Google Shape;1428;p8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9" name="Google Shape;1429;p8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430" name="Google Shape;1430;p88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88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432" name="Google Shape;1432;p88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33" name="Google Shape;1433;p88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34" name="Google Shape;1434;p88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35" name="Google Shape;1435;p88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36" name="Google Shape;1436;p88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37" name="Google Shape;1437;p88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38" name="Google Shape;1438;p88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39" name="Google Shape;1439;p88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40" name="Google Shape;1440;p88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41" name="Google Shape;1441;p88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42" name="Google Shape;1442;p8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43" name="Google Shape;1443;p88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44" name="Google Shape;1444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89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47" name="Google Shape;1447;p89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448" name="Google Shape;1448;p89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449" name="Google Shape;1449;p8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0" name="Google Shape;1450;p8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1" name="Google Shape;1451;p8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2" name="Google Shape;1452;p89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3" name="Google Shape;1453;p89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54" name="Google Shape;1454;p89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55" name="Google Shape;1455;p89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56" name="Google Shape;1456;p89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57" name="Google Shape;1457;p89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58" name="Google Shape;1458;p89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459" name="Google Shape;1459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1" name="Google Shape;1461;p9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2" name="Google Shape;1462;p9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3" name="Google Shape;1463;p9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4" name="Google Shape;1464;p9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465" name="Google Shape;1465;p90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90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67" name="Google Shape;1467;p90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68" name="Google Shape;1468;p90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69" name="Google Shape;1469;p90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70" name="Google Shape;1470;p90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71" name="Google Shape;1471;p90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72" name="Google Shape;1472;p90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73" name="Google Shape;1473;p90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74" name="Google Shape;1474;p9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75" name="Google Shape;1475;p90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76" name="Google Shape;1476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8" name="Google Shape;1478;p9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9" name="Google Shape;1479;p9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0" name="Google Shape;1480;p9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1" name="Google Shape;1481;p9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2" name="Google Shape;1482;p91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None/>
              <a:defRPr/>
            </a:lvl9pPr>
          </a:lstStyle>
          <a:p/>
        </p:txBody>
      </p:sp>
      <p:sp>
        <p:nvSpPr>
          <p:cNvPr id="1483" name="Google Shape;1483;p91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84" name="Google Shape;1484;p9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85" name="Google Shape;1485;p91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86" name="Google Shape;148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8" name="Google Shape;1488;p9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9" name="Google Shape;1489;p9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0" name="Google Shape;1490;p9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1" name="Google Shape;1491;p9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2" name="Google Shape;1492;p92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93" name="Google Shape;1493;p92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94" name="Google Shape;1494;p9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95" name="Google Shape;1495;p92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96" name="Google Shape;1496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93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1499" name="Google Shape;1499;p9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00" name="Google Shape;1500;p9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9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2" name="Google Shape;1502;p9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3" name="Google Shape;1503;p9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504" name="Google Shape;1504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94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07" name="Google Shape;1507;p94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08" name="Google Shape;1508;p94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1509" name="Google Shape;1509;p9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0" name="Google Shape;1510;p94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11" name="Google Shape;1511;p9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2" name="Google Shape;1512;p9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3" name="Google Shape;1513;p94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14" name="Google Shape;1514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6" name="Google Shape;1516;p9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7" name="Google Shape;1517;p9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18" name="Google Shape;1518;p9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9" name="Google Shape;1519;p9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0" name="Google Shape;1520;p95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1" name="Google Shape;1521;p95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522" name="Google Shape;1522;p95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523" name="Google Shape;1523;p95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24" name="Google Shape;1524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6" name="Google Shape;1526;p9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7" name="Google Shape;1527;p9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28" name="Google Shape;1528;p9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9" name="Google Shape;1529;p9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0" name="Google Shape;1530;p96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1" name="Google Shape;1531;p96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532" name="Google Shape;1532;p96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33" name="Google Shape;1533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98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98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2" name="Google Shape;1542;p98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3" name="Google Shape;1543;p98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544" name="Google Shape;1544;p98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545" name="Google Shape;154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6" name="Google Shape;1546;p9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7" name="Google Shape;1547;p9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99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99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1" name="Google Shape;1551;p99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52" name="Google Shape;155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6" name="Google Shape;1556;p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99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58" name="Google Shape;1558;p99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59" name="Google Shape;1559;p99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60" name="Google Shape;1560;p99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561" name="Google Shape;1561;p99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2" name="Google Shape;1562;p9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3" name="Google Shape;1563;p9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151515"/>
        </a:solidFill>
      </p:bgPr>
    </p:bg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00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66" name="Google Shape;1566;p100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100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8" name="Google Shape;1568;p100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9" name="Google Shape;1569;p100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70" name="Google Shape;1570;p100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571" name="Google Shape;1571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2" name="Google Shape;1572;p10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3" name="Google Shape;1573;p10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292929"/>
        </a:solidFill>
      </p:bgPr>
    </p:bg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01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76" name="Google Shape;1576;p101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101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578" name="Google Shape;1578;p101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79" name="Google Shape;1579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580" name="Google Shape;1580;p101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81" name="Google Shape;1581;p101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82" name="Google Shape;1582;p101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83" name="Google Shape;1583;p101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584" name="Google Shape;1584;p101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5" name="Google Shape;1585;p10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6" name="Google Shape;1586;p10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7" name="Google Shape;158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8" name="Google Shape;1588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9" name="Google Shape;1589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0" name="Google Shape;1590;p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102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3" name="Google Shape;1593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4" name="Google Shape;1594;p102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10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6" name="Google Shape;1596;p10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Google Shape;1598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103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0" name="Google Shape;1600;p103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1" name="Google Shape;1601;p103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02" name="Google Shape;1602;p103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03" name="Google Shape;1603;p10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4" name="Google Shape;1604;p10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04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607" name="Google Shape;1607;p10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10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9" name="Google Shape;1609;p10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10" name="Google Shape;1610;p104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1611" name="Google Shape;1611;p10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2" name="Google Shape;161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05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615" name="Google Shape;1615;p10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10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7" name="Google Shape;1617;p10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18" name="Google Shape;1618;p105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9" name="Google Shape;1619;p10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0" name="Google Shape;1620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2" name="Google Shape;1622;p10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3" name="Google Shape;1623;p10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4" name="Google Shape;1624;p10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25" name="Google Shape;1625;p10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6" name="Google Shape;1626;p106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627" name="Google Shape;1627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07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630" name="Google Shape;1630;p10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1" name="Google Shape;1631;p10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2" name="Google Shape;1632;p10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33" name="Google Shape;1633;p107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1634" name="Google Shape;1634;p107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5" name="Google Shape;1635;p10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6" name="Google Shape;163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08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639" name="Google Shape;1639;p10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10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1" name="Google Shape;1641;p108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42" name="Google Shape;1642;p10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43" name="Google Shape;1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109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46" name="Google Shape;1646;p109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647" name="Google Shape;1647;p10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8" name="Google Shape;1648;p109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49" name="Google Shape;1649;p109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0" name="Google Shape;1650;p10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1" name="Google Shape;1651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10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654" name="Google Shape;1654;p11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5" name="Google Shape;1655;p110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656" name="Google Shape;1656;p11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7" name="Google Shape;1657;p11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8" name="Google Shape;1658;p110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9" name="Google Shape;1659;p110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60" name="Google Shape;1660;p110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1" name="Google Shape;1661;p110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2" name="Google Shape;1662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11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665" name="Google Shape;1665;p11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6" name="Google Shape;1666;p111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667" name="Google Shape;1667;p11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668" name="Google Shape;1668;p11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9" name="Google Shape;1669;p111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0" name="Google Shape;1670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671" name="Google Shape;1671;p111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72" name="Google Shape;1672;p111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3" name="Google Shape;1673;p111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74" name="Google Shape;1674;p111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75" name="Google Shape;1675;p111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sz="1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76" name="Google Shape;1676;p111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677" name="Google Shape;1677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1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1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12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83" name="Google Shape;1683;p112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84" name="Google Shape;1684;p112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85" name="Google Shape;1685;p112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6" name="Google Shape;1686;p1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7" name="Google Shape;1687;p11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8" name="Google Shape;1688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113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91" name="Google Shape;1691;p1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2" name="Google Shape;1692;p113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3" name="Google Shape;1693;p1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4" name="Google Shape;1694;p11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95" name="Google Shape;1695;p1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96" name="Google Shape;1696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1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99" name="Google Shape;1699;p11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0" name="Google Shape;1700;p1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1" name="Google Shape;1701;p11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2" name="Google Shape;1702;p11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3" name="Google Shape;1703;p11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04" name="Google Shape;1704;p114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705" name="Google Shape;1705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1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708" name="Google Shape;1708;p1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1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0" name="Google Shape;1710;p11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1" name="Google Shape;1711;p115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2" name="Google Shape;1712;p115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115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115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115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15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115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718" name="Google Shape;1718;p115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719" name="Google Shape;1719;p115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720" name="Google Shape;1720;p11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21" name="Google Shape;1721;p115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722" name="Google Shape;1722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4" name="Google Shape;1724;p11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1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6" name="Google Shape;1726;p1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7" name="Google Shape;1727;p11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8" name="Google Shape;1728;p116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16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16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16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116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733" name="Google Shape;1733;p116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34" name="Google Shape;1734;p11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35" name="Google Shape;1735;p116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36" name="Google Shape;1736;p116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pic>
        <p:nvPicPr>
          <p:cNvPr id="1737" name="Google Shape;1737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9" name="Google Shape;1739;p1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0" name="Google Shape;1740;p1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1" name="Google Shape;1741;p11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2" name="Google Shape;1742;p11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743" name="Google Shape;1743;p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117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745" name="Google Shape;1745;p117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746" name="Google Shape;1746;p117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747" name="Google Shape;1747;p117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48" name="Google Shape;1748;p11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49" name="Google Shape;1749;p117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750" name="Google Shape;1750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1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753" name="Google Shape;1753;p1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4" name="Google Shape;1754;p1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5" name="Google Shape;1755;p1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6" name="Google Shape;1756;p11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757" name="Google Shape;1757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11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60" name="Google Shape;1760;p11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cxnSp>
        <p:nvCxnSpPr>
          <p:cNvPr id="1761" name="Google Shape;1761;p11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2" name="Google Shape;1762;p11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3" name="Google Shape;1763;p11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4" name="Google Shape;1764;p119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65" name="Google Shape;1765;p119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6" name="Google Shape;1766;p119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767" name="Google Shape;1767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9" name="Google Shape;1769;p12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1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1" name="Google Shape;1771;p12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2" name="Google Shape;1772;p12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3" name="Google Shape;1773;p120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74" name="Google Shape;1774;p12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75" name="Google Shape;1775;p120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776" name="Google Shape;1776;p1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2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779" name="Google Shape;1779;p12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0" name="Google Shape;1780;p1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1" name="Google Shape;1781;p12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2" name="Google Shape;1782;p12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3" name="Google Shape;1783;p121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784" name="Google Shape;1784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6" name="Google Shape;1786;p12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7" name="Google Shape;1787;p12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8" name="Google Shape;1788;p12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9" name="Google Shape;1789;p12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0" name="Google Shape;1790;p122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791" name="Google Shape;1791;p122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792" name="Google Shape;1792;p122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93" name="Google Shape;1793;p12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94" name="Google Shape;1794;p122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795" name="Google Shape;1795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7" name="Google Shape;1797;p12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1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9" name="Google Shape;1799;p12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0" name="Google Shape;1800;p12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1" name="Google Shape;1801;p123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802" name="Google Shape;1802;p123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03" name="Google Shape;1803;p12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04" name="Google Shape;1804;p123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05" name="Google Shape;1805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2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808" name="Google Shape;1808;p12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9" name="Google Shape;1809;p12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0" name="Google Shape;1810;p12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1" name="Google Shape;1811;p12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12" name="Google Shape;1812;p124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3" name="Google Shape;1813;p124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14" name="Google Shape;1814;p124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15" name="Google Shape;1815;p124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pic>
        <p:nvPicPr>
          <p:cNvPr id="1816" name="Google Shape;1816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8" name="Google Shape;1818;p12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9" name="Google Shape;1819;p12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0" name="Google Shape;1820;p1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1" name="Google Shape;1821;p12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22" name="Google Shape;1822;p125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23" name="Google Shape;1823;p125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824" name="Google Shape;1824;p125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25" name="Google Shape;1825;p125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26" name="Google Shape;1826;p125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27" name="Google Shape;1827;p125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828" name="Google Shape;1828;p125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29" name="Google Shape;1829;p12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30" name="Google Shape;1830;p125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31" name="Google Shape;1831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126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34" name="Google Shape;1834;p126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35" name="Google Shape;1835;p126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836" name="Google Shape;1836;p12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1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8" name="Google Shape;1838;p12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9" name="Google Shape;1839;p126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40" name="Google Shape;1840;p126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841" name="Google Shape;1841;p126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42" name="Google Shape;1842;p126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43" name="Google Shape;1843;p126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44" name="Google Shape;1844;p126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45" name="Google Shape;1845;p126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46" name="Google Shape;1846;p126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47" name="Google Shape;1847;p126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48" name="Google Shape;1848;p126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49" name="Google Shape;1849;p12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50" name="Google Shape;1850;p126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51" name="Google Shape;1851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27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54" name="Google Shape;1854;p127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855" name="Google Shape;1855;p12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6" name="Google Shape;1856;p1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7" name="Google Shape;1857;p12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8" name="Google Shape;1858;p127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9" name="Google Shape;1859;p127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860" name="Google Shape;1860;p127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61" name="Google Shape;1861;p127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62" name="Google Shape;1862;p127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63" name="Google Shape;1863;p127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64" name="Google Shape;1864;p127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65" name="Google Shape;1865;p127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66" name="Google Shape;1866;p12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67" name="Google Shape;1867;p127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68" name="Google Shape;1868;p1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0" name="Google Shape;1870;p12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1" name="Google Shape;1871;p1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2" name="Google Shape;1872;p12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3" name="Google Shape;1873;p12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74" name="Google Shape;1874;p128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75" name="Google Shape;1875;p128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876" name="Google Shape;1876;p128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77" name="Google Shape;1877;p128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78" name="Google Shape;1878;p128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79" name="Google Shape;1879;p128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80" name="Google Shape;1880;p128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81" name="Google Shape;1881;p12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82" name="Google Shape;1882;p128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83" name="Google Shape;1883;p1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2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6" name="Google Shape;1886;p12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7" name="Google Shape;1887;p12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8" name="Google Shape;1888;p12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9" name="Google Shape;1889;p129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890" name="Google Shape;1890;p129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1" name="Google Shape;1891;p129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2" name="Google Shape;1892;p129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3" name="Google Shape;1893;p129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4" name="Google Shape;1894;p129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5" name="Google Shape;1895;p129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6" name="Google Shape;1896;p129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97" name="Google Shape;1897;p12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98" name="Google Shape;1898;p129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99" name="Google Shape;1899;p1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1" name="Google Shape;1901;p13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2" name="Google Shape;1902;p13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3" name="Google Shape;1903;p13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4" name="Google Shape;1904;p13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5" name="Google Shape;1905;p130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906" name="Google Shape;1906;p130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907" name="Google Shape;1907;p130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908" name="Google Shape;1908;p130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909" name="Google Shape;1909;p130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130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130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130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130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130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130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130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130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130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130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130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130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130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130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130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130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130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130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130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130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130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130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130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130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130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130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130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130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130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130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130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130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130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130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130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130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130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130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130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130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30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130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130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130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130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130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130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130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30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130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130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30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130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130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130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130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130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130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130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130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130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30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130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130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130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130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130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130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130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130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130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130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130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130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130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130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130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130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130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130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130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130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130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130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130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130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130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130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130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130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130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130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130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130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130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130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130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130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130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130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130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130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130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130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130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130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130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130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130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130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130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130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130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130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130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130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130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130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130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130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130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130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130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130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130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130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130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130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130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130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130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130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130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130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130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130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130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130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130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130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130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130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130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130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130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130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130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130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130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130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130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130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130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130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130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130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130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130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130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130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130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130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130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130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130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130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130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130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130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130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130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130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130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130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130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130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30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130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130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130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130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130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130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130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130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130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130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130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130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130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130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130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130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130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130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130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130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130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130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130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10" name="Google Shape;2110;p13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11" name="Google Shape;2111;p130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112" name="Google Shape;2112;p1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4" name="Google Shape;2114;p13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5" name="Google Shape;2115;p13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6" name="Google Shape;2116;p13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7" name="Google Shape;2117;p13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18" name="Google Shape;2118;p131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19" name="Google Shape;2119;p131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20" name="Google Shape;2120;p131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21" name="Google Shape;2121;p131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22" name="Google Shape;2122;p131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23" name="Google Shape;2123;p131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24" name="Google Shape;2124;p131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25" name="Google Shape;2125;p131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pic>
        <p:nvPicPr>
          <p:cNvPr id="2126" name="Google Shape;2126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7" name="Google Shape;2127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8" name="Google Shape;2128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131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30" name="Google Shape;2130;p13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31" name="Google Shape;2131;p131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132" name="Google Shape;2132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4" name="Google Shape;2134;p13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5" name="Google Shape;2135;p1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6" name="Google Shape;2136;p13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7" name="Google Shape;2137;p13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38" name="Google Shape;2138;p132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39" name="Google Shape;2139;p132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40" name="Google Shape;2140;p132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41" name="Google Shape;2141;p132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42" name="Google Shape;2142;p132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143" name="Google Shape;2143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4" name="Google Shape;2144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2145" name="Google Shape;2145;p132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46" name="Google Shape;2146;p13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47" name="Google Shape;2147;p132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148" name="Google Shape;2148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13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151" name="Google Shape;2151;p13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2" name="Google Shape;2152;p1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3" name="Google Shape;2153;p13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4" name="Google Shape;2154;p13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5" name="Google Shape;2155;p133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56" name="Google Shape;2156;p133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pic>
        <p:nvPicPr>
          <p:cNvPr id="2157" name="Google Shape;2157;p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8" name="Google Shape;215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0" name="Google Shape;2160;p13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1" name="Google Shape;2161;p1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2" name="Google Shape;2162;p1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3" name="Google Shape;2163;p13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4" name="Google Shape;2164;p134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65" name="Google Shape;2165;p134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66" name="Google Shape;2166;p134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67" name="Google Shape;2167;p134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68" name="Google Shape;2168;p134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69" name="Google Shape;2169;p134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70" name="Google Shape;2170;p134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71" name="Google Shape;2171;p134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72" name="Google Shape;2172;p134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73" name="Google Shape;2173;p13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74" name="Google Shape;2174;p134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175" name="Google Shape;2175;p1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7" name="Google Shape;2177;p13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8" name="Google Shape;2178;p13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9" name="Google Shape;2179;p13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0" name="Google Shape;2180;p13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81" name="Google Shape;2181;p135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135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83" name="Google Shape;2183;p135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84" name="Google Shape;2184;p135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85" name="Google Shape;2185;p135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86" name="Google Shape;2186;p135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87" name="Google Shape;2187;p135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88" name="Google Shape;2188;p135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89" name="Google Shape;2189;p135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90" name="Google Shape;2190;p135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91" name="Google Shape;2191;p135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92" name="Google Shape;2192;p135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93" name="Google Shape;2193;p13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94" name="Google Shape;2194;p135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195" name="Google Shape;2195;p1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136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98" name="Google Shape;2198;p136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199" name="Google Shape;2199;p136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200" name="Google Shape;2200;p13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1" name="Google Shape;2201;p13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2" name="Google Shape;2202;p13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3" name="Google Shape;2203;p13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4" name="Google Shape;2204;p136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05" name="Google Shape;2205;p136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06" name="Google Shape;2206;p136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07" name="Google Shape;2207;p136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08" name="Google Shape;2208;p136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09" name="Google Shape;2209;p136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210" name="Google Shape;2210;p1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2" name="Google Shape;2212;p1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3" name="Google Shape;2213;p1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4" name="Google Shape;2214;p13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5" name="Google Shape;2215;p13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216" name="Google Shape;2216;p137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217" name="Google Shape;2217;p137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18" name="Google Shape;2218;p137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19" name="Google Shape;2219;p137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20" name="Google Shape;2220;p137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21" name="Google Shape;2221;p137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22" name="Google Shape;2222;p137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23" name="Google Shape;2223;p137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24" name="Google Shape;2224;p137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25" name="Google Shape;2225;p13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226" name="Google Shape;2226;p137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27" name="Google Shape;2227;p1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2228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9" name="Google Shape;2229;p13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13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1" name="Google Shape;2231;p13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2" name="Google Shape;2232;p13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3" name="Google Shape;2233;p138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None/>
              <a:defRPr/>
            </a:lvl9pPr>
          </a:lstStyle>
          <a:p/>
        </p:txBody>
      </p:sp>
      <p:sp>
        <p:nvSpPr>
          <p:cNvPr id="2234" name="Google Shape;2234;p138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35" name="Google Shape;2235;p13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236" name="Google Shape;2236;p138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37" name="Google Shape;2237;p1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9" name="Google Shape;2239;p13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0" name="Google Shape;2240;p13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1" name="Google Shape;2241;p13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2" name="Google Shape;2242;p13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3" name="Google Shape;2243;p139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44" name="Google Shape;2244;p13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45" name="Google Shape;2245;p13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246" name="Google Shape;2246;p13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47" name="Google Shape;2247;p1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p140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2250" name="Google Shape;2250;p14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251" name="Google Shape;2251;p1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1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3" name="Google Shape;2253;p14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4" name="Google Shape;2254;p140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255" name="Google Shape;2255;p1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141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58" name="Google Shape;2258;p141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59" name="Google Shape;2259;p141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2260" name="Google Shape;2260;p1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1" name="Google Shape;2261;p141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262" name="Google Shape;2262;p1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3" name="Google Shape;2263;p1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4" name="Google Shape;2264;p141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265" name="Google Shape;2265;p1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7" name="Google Shape;2267;p14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8" name="Google Shape;2268;p14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269" name="Google Shape;2269;p14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0" name="Google Shape;2270;p14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1" name="Google Shape;2271;p14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2" name="Google Shape;2272;p142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273" name="Google Shape;2273;p142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274" name="Google Shape;2274;p142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75" name="Google Shape;2275;p1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7" name="Google Shape;2277;p14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8" name="Google Shape;2278;p14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279" name="Google Shape;2279;p14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0" name="Google Shape;2280;p14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1" name="Google Shape;2281;p14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2" name="Google Shape;2282;p143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283" name="Google Shape;2283;p143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84" name="Google Shape;2284;p1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9">
    <p:bg>
      <p:bgPr>
        <a:solidFill>
          <a:srgbClr val="ECE6FF"/>
        </a:solidFill>
      </p:bgPr>
    </p:bg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292929"/>
        </a:solidFill>
      </p:bgPr>
    </p:bg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146"/>
          <p:cNvSpPr/>
          <p:nvPr/>
        </p:nvSpPr>
        <p:spPr>
          <a:xfrm>
            <a:off x="0" y="5823025"/>
            <a:ext cx="12201900" cy="1035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93" name="Google Shape;2293;p146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4" name="Google Shape;2294;p146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95" name="Google Shape;2295;p146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96" name="Google Shape;2296;p146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297" name="Google Shape;2297;p1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8" name="Google Shape;2298;p14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9" name="Google Shape;2299;p1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47" y="6154609"/>
            <a:ext cx="1580275" cy="37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292929"/>
        </a:solidFill>
      </p:bgPr>
    </p:bg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147"/>
          <p:cNvSpPr/>
          <p:nvPr/>
        </p:nvSpPr>
        <p:spPr>
          <a:xfrm>
            <a:off x="0" y="5823025"/>
            <a:ext cx="12201900" cy="1035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02" name="Google Shape;2302;p147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303" name="Google Shape;2303;p147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9pPr>
          </a:lstStyle>
          <a:p/>
        </p:txBody>
      </p:sp>
      <p:sp>
        <p:nvSpPr>
          <p:cNvPr id="2304" name="Google Shape;2304;p147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05" name="Google Shape;2305;p147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06" name="Google Shape;2306;p147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07" name="Google Shape;2307;p147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</a:t>
            </a: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.com/RedHat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08" name="Google Shape;2308;p147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9" name="Google Shape;2309;p14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0" name="Google Shape;2310;p14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1" name="Google Shape;2311;p1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2" name="Google Shape;2312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3" name="Google Shape;2313;p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4" name="Google Shape;2314;p1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5" name="Google Shape;2315;p1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6847" y="6154609"/>
            <a:ext cx="1580275" cy="37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14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318" name="Google Shape;2318;p1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9" name="Google Shape;2319;p14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0" name="Google Shape;2320;p14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321" name="Google Shape;2321;p148"/>
          <p:cNvSpPr txBox="1"/>
          <p:nvPr>
            <p:ph idx="2" type="subTitle"/>
          </p:nvPr>
        </p:nvSpPr>
        <p:spPr>
          <a:xfrm>
            <a:off x="92514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22" name="Google Shape;2322;p1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23" name="Google Shape;2323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5" name="Google Shape;2325;p14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6" name="Google Shape;2326;p14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7" name="Google Shape;2327;p14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328" name="Google Shape;2328;p149"/>
          <p:cNvSpPr txBox="1"/>
          <p:nvPr>
            <p:ph idx="2" type="subTitle"/>
          </p:nvPr>
        </p:nvSpPr>
        <p:spPr>
          <a:xfrm>
            <a:off x="9251450" y="1429653"/>
            <a:ext cx="2124300" cy="399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29" name="Google Shape;2329;p14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0" name="Google Shape;2330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rgbClr val="292929"/>
        </a:solidFill>
      </p:bgPr>
    </p:bg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50"/>
          <p:cNvSpPr/>
          <p:nvPr/>
        </p:nvSpPr>
        <p:spPr>
          <a:xfrm>
            <a:off x="0" y="25"/>
            <a:ext cx="872100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33" name="Google Shape;2333;p150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334" name="Google Shape;2334;p1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5" name="Google Shape;2335;p150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336" name="Google Shape;2336;p150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37" name="Google Shape;2337;p1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15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rgbClr val="292929"/>
        </a:solidFill>
      </p:bgPr>
    </p:bg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151"/>
          <p:cNvSpPr/>
          <p:nvPr/>
        </p:nvSpPr>
        <p:spPr>
          <a:xfrm>
            <a:off x="0" y="25"/>
            <a:ext cx="872100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41" name="Google Shape;2341;p15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2" name="Google Shape;2342;p151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2343" name="Google Shape;2343;p1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4" name="Google Shape;2344;p151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ed Hat Display"/>
              <a:buNone/>
              <a:defRPr sz="18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45" name="Google Shape;2345;p151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346" name="Google Shape;2346;p151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 Medium"/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47" name="Google Shape;2347;p151"/>
          <p:cNvSpPr/>
          <p:nvPr/>
        </p:nvSpPr>
        <p:spPr>
          <a:xfrm>
            <a:off x="8943200" y="5878875"/>
            <a:ext cx="3249000" cy="9792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15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49" name="Google Shape;2349;p1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47" y="6154609"/>
            <a:ext cx="1580275" cy="37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3">
    <p:bg>
      <p:bgPr>
        <a:solidFill>
          <a:srgbClr val="292929"/>
        </a:solidFill>
      </p:bgPr>
    </p:bg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152"/>
          <p:cNvSpPr/>
          <p:nvPr/>
        </p:nvSpPr>
        <p:spPr>
          <a:xfrm>
            <a:off x="0" y="25"/>
            <a:ext cx="872100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52" name="Google Shape;2352;p15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3" name="Google Shape;2353;p152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2354" name="Google Shape;2354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  <p:sp>
        <p:nvSpPr>
          <p:cNvPr id="2355" name="Google Shape;2355;p152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356" name="Google Shape;2356;p152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57" name="Google Shape;2357;p152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58" name="Google Shape;2358;p152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59" name="Google Shape;2359;p152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</a:t>
            </a:r>
            <a:endParaRPr sz="1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60" name="Google Shape;2360;p152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</a:t>
            </a:r>
            <a:r>
              <a:rPr lang="en" sz="12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.com/RedHat</a:t>
            </a:r>
            <a:endParaRPr sz="120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2361" name="Google Shape;2361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3" name="Google Shape;2363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4" name="Google Shape;2364;p1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5" name="Google Shape;2365;p152"/>
          <p:cNvSpPr/>
          <p:nvPr/>
        </p:nvSpPr>
        <p:spPr>
          <a:xfrm>
            <a:off x="8971000" y="5878875"/>
            <a:ext cx="3221100" cy="9792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15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67" name="Google Shape;2367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47" y="6154609"/>
            <a:ext cx="1580275" cy="37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solidFill>
          <a:srgbClr val="292929"/>
        </a:solidFill>
      </p:bgPr>
    </p:bg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153"/>
          <p:cNvSpPr/>
          <p:nvPr/>
        </p:nvSpPr>
        <p:spPr>
          <a:xfrm>
            <a:off x="0" y="5823025"/>
            <a:ext cx="12201900" cy="1035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70" name="Google Shape;2370;p153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9pPr>
          </a:lstStyle>
          <a:p/>
        </p:txBody>
      </p:sp>
      <p:cxnSp>
        <p:nvCxnSpPr>
          <p:cNvPr id="2371" name="Google Shape;2371;p1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2" name="Google Shape;2372;p153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3" name="Google Shape;2373;p15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4" name="Google Shape;2374;p15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375" name="Google Shape;2375;p15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76" name="Google Shape;2376;p1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bg>
      <p:bgPr>
        <a:solidFill>
          <a:srgbClr val="292929"/>
        </a:solidFill>
      </p:bgPr>
    </p:bg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15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379" name="Google Shape;2379;p15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0" name="Google Shape;2380;p15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1" name="Google Shape;2381;p15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82" name="Google Shape;2382;p15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83" name="Google Shape;2383;p154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84" name="Google Shape;2384;p15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85" name="Google Shape;2385;p1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bg>
      <p:bgPr>
        <a:solidFill>
          <a:srgbClr val="292929"/>
        </a:solidFill>
      </p:bgPr>
    </p:bg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p15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388" name="Google Shape;2388;p15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9" name="Google Shape;2389;p15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0" name="Google Shape;2390;p155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91" name="Google Shape;2391;p155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155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155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155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155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155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97" name="Google Shape;2397;p155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98" name="Google Shape;2398;p155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99" name="Google Shape;2399;p15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00" name="Google Shape;2400;p155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01" name="Google Shape;2401;p15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2" name="Google Shape;2402;p1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bg>
      <p:bgPr>
        <a:solidFill>
          <a:srgbClr val="292929"/>
        </a:solidFill>
      </p:bgPr>
    </p:bg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156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5" name="Google Shape;2405;p15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6" name="Google Shape;2406;p15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7" name="Google Shape;2407;p15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08" name="Google Shape;2408;p156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156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156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156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12" name="Google Shape;2412;p156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13" name="Google Shape;2413;p15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14" name="Google Shape;2414;p156"/>
          <p:cNvSpPr txBox="1"/>
          <p:nvPr>
            <p:ph idx="4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15" name="Google Shape;2415;p15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6" name="Google Shape;2416;p156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17" name="Google Shape;2417;p1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bg>
      <p:bgPr>
        <a:solidFill>
          <a:srgbClr val="292929"/>
        </a:solidFill>
      </p:bgPr>
    </p:bg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9" name="Google Shape;2419;p15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0" name="Google Shape;2420;p1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1" name="Google Shape;2421;p15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22" name="Google Shape;2422;p1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3" name="Google Shape;2423;p157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24" name="Google Shape;2424;p157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25" name="Google Shape;2425;p157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26" name="Google Shape;2426;p157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27" name="Google Shape;2427;p15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28" name="Google Shape;2428;p1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9" name="Google Shape;2429;p157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30" name="Google Shape;2430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bg>
      <p:bgPr>
        <a:solidFill>
          <a:srgbClr val="292929"/>
        </a:solidFill>
      </p:bgPr>
    </p:bg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15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433" name="Google Shape;2433;p15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4" name="Google Shape;2434;p15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5" name="Google Shape;2435;p15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36" name="Google Shape;2436;p15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7" name="Google Shape;2437;p1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bg>
      <p:bgPr>
        <a:solidFill>
          <a:srgbClr val="292929"/>
        </a:solidFill>
      </p:bgPr>
    </p:bg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15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40" name="Google Shape;2440;p15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441" name="Google Shape;2441;p15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2" name="Google Shape;2442;p15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3" name="Google Shape;2443;p159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44" name="Google Shape;2444;p159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45" name="Google Shape;2445;p15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6" name="Google Shape;2446;p15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47" name="Google Shape;2447;p1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bg>
      <p:bgPr>
        <a:solidFill>
          <a:srgbClr val="292929"/>
        </a:solidFill>
      </p:bgPr>
    </p:bg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9" name="Google Shape;2449;p16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0" name="Google Shape;2450;p16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1" name="Google Shape;2451;p16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52" name="Google Shape;2452;p160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53" name="Google Shape;2453;p16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54" name="Google Shape;2454;p160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55" name="Google Shape;2455;p16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56" name="Google Shape;2456;p1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bg>
      <p:bgPr>
        <a:solidFill>
          <a:srgbClr val="292929"/>
        </a:solidFill>
      </p:bgPr>
    </p:bg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16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459" name="Google Shape;2459;p16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0" name="Google Shape;2460;p16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1" name="Google Shape;2461;p16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62" name="Google Shape;2462;p161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63" name="Google Shape;2463;p16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64" name="Google Shape;2464;p1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bg>
      <p:bgPr>
        <a:solidFill>
          <a:srgbClr val="292929"/>
        </a:solidFill>
      </p:bgPr>
    </p:bg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6" name="Google Shape;2466;p16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7" name="Google Shape;2467;p16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8" name="Google Shape;2468;p16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69" name="Google Shape;2469;p162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70" name="Google Shape;2470;p162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71" name="Google Shape;2471;p162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72" name="Google Shape;2472;p16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73" name="Google Shape;2473;p16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4" name="Google Shape;2474;p162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75" name="Google Shape;2475;p1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bg>
      <p:bgPr>
        <a:solidFill>
          <a:srgbClr val="292929"/>
        </a:solidFill>
      </p:bgPr>
    </p:bg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7" name="Google Shape;2477;p16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8" name="Google Shape;2478;p16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9" name="Google Shape;2479;p16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80" name="Google Shape;2480;p163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81" name="Google Shape;2481;p163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82" name="Google Shape;2482;p16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83" name="Google Shape;2483;p16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4" name="Google Shape;2484;p163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85" name="Google Shape;2485;p1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bg>
      <p:bgPr>
        <a:solidFill>
          <a:srgbClr val="292929"/>
        </a:solidFill>
      </p:bgPr>
    </p:bg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16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488" name="Google Shape;2488;p16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9" name="Google Shape;2489;p16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0" name="Google Shape;2490;p16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491" name="Google Shape;2491;p164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2" name="Google Shape;2492;p164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493" name="Google Shape;2493;p164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94" name="Google Shape;2494;p164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95" name="Google Shape;2495;p16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96" name="Google Shape;2496;p1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bg>
      <p:bgPr>
        <a:solidFill>
          <a:srgbClr val="292929"/>
        </a:solidFill>
      </p:bgPr>
    </p:bg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8" name="Google Shape;2498;p16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9" name="Google Shape;2499;p16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0" name="Google Shape;2500;p16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01" name="Google Shape;2501;p165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02" name="Google Shape;2502;p165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03" name="Google Shape;2503;p165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04" name="Google Shape;2504;p165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05" name="Google Shape;2505;p165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06" name="Google Shape;2506;p165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07" name="Google Shape;2507;p165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08" name="Google Shape;2508;p16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09" name="Google Shape;2509;p16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0" name="Google Shape;2510;p165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11" name="Google Shape;2511;p1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bg>
      <p:bgPr>
        <a:solidFill>
          <a:srgbClr val="292929"/>
        </a:solidFill>
      </p:bgPr>
    </p:bg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166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514" name="Google Shape;2514;p166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15" name="Google Shape;2515;p166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2516" name="Google Shape;2516;p16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7" name="Google Shape;2517;p16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8" name="Google Shape;2518;p166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2519" name="Google Shape;2519;p166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520" name="Google Shape;2520;p166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521" name="Google Shape;2521;p166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22" name="Google Shape;2522;p166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23" name="Google Shape;2523;p166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24" name="Google Shape;2524;p166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25" name="Google Shape;2525;p166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26" name="Google Shape;2526;p166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27" name="Google Shape;2527;p166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28" name="Google Shape;2528;p16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29" name="Google Shape;2529;p16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0" name="Google Shape;2530;p166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31" name="Google Shape;2531;p1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bg>
      <p:bgPr>
        <a:solidFill>
          <a:srgbClr val="292929"/>
        </a:solidFill>
      </p:bgPr>
    </p:bg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167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34" name="Google Shape;2534;p167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35" name="Google Shape;2535;p16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6" name="Google Shape;2536;p16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7" name="Google Shape;2537;p167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38" name="Google Shape;2538;p167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2539" name="Google Shape;2539;p167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540" name="Google Shape;2540;p167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41" name="Google Shape;2541;p167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42" name="Google Shape;2542;p167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43" name="Google Shape;2543;p167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44" name="Google Shape;2544;p167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45" name="Google Shape;2545;p16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46" name="Google Shape;2546;p16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7" name="Google Shape;2547;p167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48" name="Google Shape;2548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bg>
      <p:bgPr>
        <a:solidFill>
          <a:srgbClr val="292929"/>
        </a:solidFill>
      </p:bgPr>
    </p:bg>
    <p:spTree>
      <p:nvGrpSpPr>
        <p:cNvPr id="2549" name="Shape 2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0" name="Google Shape;2550;p16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1" name="Google Shape;2551;p16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2" name="Google Shape;2552;p16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553" name="Google Shape;2553;p168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554" name="Google Shape;2554;p168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555" name="Google Shape;2555;p168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56" name="Google Shape;2556;p168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57" name="Google Shape;2557;p168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58" name="Google Shape;2558;p168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59" name="Google Shape;2559;p168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60" name="Google Shape;2560;p16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61" name="Google Shape;2561;p16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2" name="Google Shape;2562;p168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63" name="Google Shape;2563;p1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bg>
      <p:bgPr>
        <a:solidFill>
          <a:srgbClr val="292929"/>
        </a:solidFill>
      </p:bgPr>
    </p:bg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5" name="Google Shape;2565;p16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6" name="Google Shape;2566;p16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7" name="Google Shape;2567;p16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68" name="Google Shape;2568;p169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569" name="Google Shape;2569;p169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0" name="Google Shape;2570;p169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1" name="Google Shape;2571;p169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2" name="Google Shape;2572;p169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3" name="Google Shape;2573;p169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4" name="Google Shape;2574;p169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5" name="Google Shape;2575;p169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76" name="Google Shape;2576;p16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77" name="Google Shape;2577;p16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8" name="Google Shape;2578;p169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79" name="Google Shape;2579;p1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bg>
      <p:bgPr>
        <a:solidFill>
          <a:srgbClr val="292929"/>
        </a:solidFill>
      </p:bgPr>
    </p:bg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1" name="Google Shape;2581;p17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2" name="Google Shape;2582;p17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3" name="Google Shape;2583;p17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84" name="Google Shape;2584;p170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85" name="Google Shape;2585;p170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86" name="Google Shape;2586;p170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87" name="Google Shape;2587;p170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88" name="Google Shape;2588;p170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170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170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170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170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170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170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170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170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170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170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170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170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170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170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170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170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170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170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170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170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170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170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170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170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170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170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170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170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170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170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170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170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170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170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170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170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170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p170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170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170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170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170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p170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170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170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170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170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170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170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170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170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p170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170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170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170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170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170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170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170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170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170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170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170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170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170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170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170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170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170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170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170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170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170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170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170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170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170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170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170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170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170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170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170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170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170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170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170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170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170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170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p170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170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170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170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170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170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170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170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170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170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170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170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170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170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170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170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170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170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170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170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170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170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170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170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170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170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170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170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170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170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170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170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p170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170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170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170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170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170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170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170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170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170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170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170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170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170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5" name="Google Shape;2725;p170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6" name="Google Shape;2726;p170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7" name="Google Shape;2727;p170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8" name="Google Shape;2728;p170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170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0" name="Google Shape;2730;p170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1" name="Google Shape;2731;p170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2" name="Google Shape;2732;p170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3" name="Google Shape;2733;p170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4" name="Google Shape;2734;p170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170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170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170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p170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170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170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170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170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170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p170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170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170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170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170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170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0" name="Google Shape;2750;p170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1" name="Google Shape;2751;p170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2" name="Google Shape;2752;p170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3" name="Google Shape;2753;p170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170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p170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6" name="Google Shape;2756;p170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170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p170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9" name="Google Shape;2759;p170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p170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170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p170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170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p170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170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6" name="Google Shape;2766;p170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p170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p170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9" name="Google Shape;2769;p170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170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170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p170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170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p170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p170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p170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p170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p170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p170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p170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1" name="Google Shape;2781;p170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p170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p170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170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170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170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7" name="Google Shape;2787;p170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170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89" name="Google Shape;2789;p17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90" name="Google Shape;2790;p17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1" name="Google Shape;2791;p170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792" name="Google Shape;2792;p1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bg>
      <p:bgPr>
        <a:solidFill>
          <a:srgbClr val="292929"/>
        </a:solidFill>
      </p:bgPr>
    </p:bg>
    <p:spTree>
      <p:nvGrpSpPr>
        <p:cNvPr id="2793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4" name="Google Shape;2794;p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00" y="2217200"/>
            <a:ext cx="553225" cy="55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5" name="Google Shape;2795;p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0" y="2217200"/>
            <a:ext cx="553225" cy="55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6" name="Google Shape;2796;p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0" y="2217200"/>
            <a:ext cx="553225" cy="5532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7" name="Google Shape;2797;p17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8" name="Google Shape;2798;p17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9" name="Google Shape;2799;p17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800" name="Google Shape;2800;p171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01" name="Google Shape;2801;p171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02" name="Google Shape;2802;p171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3" name="Google Shape;2803;p171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4" name="Google Shape;2804;p171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5" name="Google Shape;2805;p171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6" name="Google Shape;2806;p171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7" name="Google Shape;2807;p171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8" name="Google Shape;2808;p171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09" name="Google Shape;2809;p17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10" name="Google Shape;2810;p17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1" name="Google Shape;2811;p171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812" name="Google Shape;2812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bg>
      <p:bgPr>
        <a:solidFill>
          <a:srgbClr val="292929"/>
        </a:solidFill>
      </p:bgPr>
    </p:bg>
    <p:spTree>
      <p:nvGrpSpPr>
        <p:cNvPr id="2813" name="Shape 2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4" name="Google Shape;2814;p1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75" y="2044900"/>
            <a:ext cx="731700" cy="73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5" name="Google Shape;2815;p1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75" y="2044900"/>
            <a:ext cx="731700" cy="731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6" name="Google Shape;2816;p17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7" name="Google Shape;2817;p17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8" name="Google Shape;2818;p17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819" name="Google Shape;2819;p172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20" name="Google Shape;2820;p172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21" name="Google Shape;2821;p172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22" name="Google Shape;2822;p172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23" name="Google Shape;2823;p172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24" name="Google Shape;2824;p172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25" name="Google Shape;2825;p17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26" name="Google Shape;2826;p17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27" name="Google Shape;2827;p172"/>
          <p:cNvCxnSpPr/>
          <p:nvPr/>
        </p:nvCxnSpPr>
        <p:spPr>
          <a:xfrm>
            <a:off x="1366500" y="4884332"/>
            <a:ext cx="156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8" name="Google Shape;2828;p172"/>
          <p:cNvCxnSpPr/>
          <p:nvPr/>
        </p:nvCxnSpPr>
        <p:spPr>
          <a:xfrm>
            <a:off x="6552700" y="4884332"/>
            <a:ext cx="156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9" name="Google Shape;2829;p172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830" name="Google Shape;2830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bg>
      <p:bgPr>
        <a:solidFill>
          <a:srgbClr val="292929"/>
        </a:solidFill>
      </p:bgPr>
    </p:bg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2" name="Google Shape;2832;p1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0"/>
            <a:ext cx="731700" cy="73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833" name="Google Shape;2833;p17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834" name="Google Shape;2834;p17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5" name="Google Shape;2835;p17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6" name="Google Shape;2836;p17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37" name="Google Shape;2837;p173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38" name="Google Shape;2838;p173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39" name="Google Shape;2839;p17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40" name="Google Shape;2840;p173"/>
          <p:cNvCxnSpPr/>
          <p:nvPr/>
        </p:nvCxnSpPr>
        <p:spPr>
          <a:xfrm>
            <a:off x="4488930" y="4884332"/>
            <a:ext cx="156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41" name="Google Shape;2841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bg>
      <p:bgPr>
        <a:solidFill>
          <a:srgbClr val="292929"/>
        </a:solidFill>
      </p:bgPr>
    </p:bg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3" name="Google Shape;2843;p17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4" name="Google Shape;2844;p17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5" name="Google Shape;2845;p17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46" name="Google Shape;2846;p174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47" name="Google Shape;2847;p174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48" name="Google Shape;2848;p174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49" name="Google Shape;2849;p174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50" name="Google Shape;2850;p174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51" name="Google Shape;2851;p174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52" name="Google Shape;2852;p174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53" name="Google Shape;2853;p174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54" name="Google Shape;2854;p174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55" name="Google Shape;2855;p17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56" name="Google Shape;2856;p17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7" name="Google Shape;2857;p174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858" name="Google Shape;2858;p1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bg>
      <p:bgPr>
        <a:solidFill>
          <a:srgbClr val="292929"/>
        </a:solidFill>
      </p:bgPr>
    </p:bg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0" name="Google Shape;2860;p17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1" name="Google Shape;2861;p17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2" name="Google Shape;2862;p17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863" name="Google Shape;2863;p175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4" name="Google Shape;2864;p175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5" name="Google Shape;2865;p175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66" name="Google Shape;2866;p175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67" name="Google Shape;2867;p175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68" name="Google Shape;2868;p175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69" name="Google Shape;2869;p175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0" name="Google Shape;2870;p175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71" name="Google Shape;2871;p175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2" name="Google Shape;2872;p175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73" name="Google Shape;2873;p175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4" name="Google Shape;2874;p175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5" name="Google Shape;2875;p17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6" name="Google Shape;2876;p17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7" name="Google Shape;2877;p175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878" name="Google Shape;2878;p1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bg>
      <p:bgPr>
        <a:solidFill>
          <a:srgbClr val="292929"/>
        </a:solidFill>
      </p:bgPr>
    </p:bg>
    <p:spTree>
      <p:nvGrpSpPr>
        <p:cNvPr id="2879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p176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81" name="Google Shape;2881;p176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82" name="Google Shape;2882;p176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883" name="Google Shape;2883;p17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4" name="Google Shape;2884;p17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5" name="Google Shape;2885;p17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86" name="Google Shape;2886;p176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87" name="Google Shape;2887;p176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88" name="Google Shape;2888;p176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89" name="Google Shape;2889;p176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90" name="Google Shape;2890;p176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91" name="Google Shape;2891;p176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92" name="Google Shape;2892;p17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93" name="Google Shape;2893;p1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bg>
      <p:bgPr>
        <a:solidFill>
          <a:srgbClr val="292929"/>
        </a:solidFill>
      </p:bgPr>
    </p:bg>
    <p:spTree>
      <p:nvGrpSpPr>
        <p:cNvPr id="2894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5" name="Google Shape;2895;p17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6" name="Google Shape;2896;p17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7" name="Google Shape;2897;p17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898" name="Google Shape;2898;p177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99" name="Google Shape;2899;p177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00" name="Google Shape;2900;p177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01" name="Google Shape;2901;p177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02" name="Google Shape;2902;p177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03" name="Google Shape;2903;p177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04" name="Google Shape;2904;p177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05" name="Google Shape;2905;p177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06" name="Google Shape;2906;p177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07" name="Google Shape;2907;p17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08" name="Google Shape;2908;p17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9" name="Google Shape;2909;p177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910" name="Google Shape;2910;p1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bg>
      <p:bgPr>
        <a:solidFill>
          <a:srgbClr val="292929"/>
        </a:solidFill>
      </p:bgPr>
    </p:bg>
    <p:spTree>
      <p:nvGrpSpPr>
        <p:cNvPr id="291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2" name="Google Shape;2912;p17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3" name="Google Shape;2913;p17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4" name="Google Shape;2914;p17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15" name="Google Shape;2915;p178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16" name="Google Shape;2916;p178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17" name="Google Shape;2917;p17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18" name="Google Shape;2918;p17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9" name="Google Shape;2919;p178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920" name="Google Shape;2920;p1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bg>
      <p:bgPr>
        <a:solidFill>
          <a:srgbClr val="292929"/>
        </a:solidFill>
      </p:bgPr>
    </p:bg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2" name="Google Shape;2922;p17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3" name="Google Shape;2923;p17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4" name="Google Shape;2924;p17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25" name="Google Shape;2925;p179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26" name="Google Shape;2926;p17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27" name="Google Shape;2927;p17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28" name="Google Shape;2928;p17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9" name="Google Shape;2929;p17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930" name="Google Shape;2930;p1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bg>
      <p:bgPr>
        <a:solidFill>
          <a:srgbClr val="292929"/>
        </a:solidFill>
      </p:bgPr>
    </p:bg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p180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2933" name="Google Shape;2933;p18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934" name="Google Shape;2934;p18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5" name="Google Shape;2935;p18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6" name="Google Shape;2936;p180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37" name="Google Shape;2937;p18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8" name="Google Shape;2938;p1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2939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p181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41" name="Google Shape;2941;p181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42" name="Google Shape;2942;p181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2943" name="Google Shape;2943;p18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4" name="Google Shape;2944;p181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945" name="Google Shape;2945;p18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6" name="Google Shape;2946;p181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7" name="Google Shape;2947;p18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48" name="Google Shape;2948;p1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rgbClr val="292929"/>
        </a:solidFill>
      </p:bgPr>
    </p:bg>
    <p:spTree>
      <p:nvGrpSpPr>
        <p:cNvPr id="2949" name="Shape 2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50" name="Google Shape;2950;p18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1" name="Google Shape;2951;p18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952" name="Google Shape;2952;p18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3" name="Google Shape;2953;p18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54" name="Google Shape;2954;p182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55" name="Google Shape;2955;p182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56" name="Google Shape;2956;p18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57" name="Google Shape;2957;p1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5">
    <p:bg>
      <p:bgPr>
        <a:solidFill>
          <a:srgbClr val="3D2785"/>
        </a:solidFill>
      </p:bgPr>
    </p:bg>
    <p:spTree>
      <p:nvGrpSpPr>
        <p:cNvPr id="2958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6.xml"/><Relationship Id="rId31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1.xml"/><Relationship Id="rId36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85.xml"/><Relationship Id="rId40" Type="http://schemas.openxmlformats.org/officeDocument/2006/relationships/slideLayout" Target="../slideLayouts/slideLayout86.xml"/><Relationship Id="rId41" Type="http://schemas.openxmlformats.org/officeDocument/2006/relationships/slideLayout" Target="../slideLayouts/slideLayout87.xml"/><Relationship Id="rId42" Type="http://schemas.openxmlformats.org/officeDocument/2006/relationships/slideLayout" Target="../slideLayouts/slideLayout88.xml"/><Relationship Id="rId43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1.xml"/><Relationship Id="rId46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4.xml"/><Relationship Id="rId49" Type="http://schemas.openxmlformats.org/officeDocument/2006/relationships/theme" Target="../theme/theme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1.xml"/><Relationship Id="rId18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13.xml"/><Relationship Id="rId20" Type="http://schemas.openxmlformats.org/officeDocument/2006/relationships/slideLayout" Target="../slideLayouts/slideLayout114.xml"/><Relationship Id="rId21" Type="http://schemas.openxmlformats.org/officeDocument/2006/relationships/slideLayout" Target="../slideLayouts/slideLayout115.xml"/><Relationship Id="rId22" Type="http://schemas.openxmlformats.org/officeDocument/2006/relationships/slideLayout" Target="../slideLayouts/slideLayout116.xml"/><Relationship Id="rId23" Type="http://schemas.openxmlformats.org/officeDocument/2006/relationships/slideLayout" Target="../slideLayouts/slideLayout117.xml"/><Relationship Id="rId24" Type="http://schemas.openxmlformats.org/officeDocument/2006/relationships/slideLayout" Target="../slideLayouts/slideLayout118.xml"/><Relationship Id="rId25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120.xml"/><Relationship Id="rId27" Type="http://schemas.openxmlformats.org/officeDocument/2006/relationships/slideLayout" Target="../slideLayouts/slideLayout121.xml"/><Relationship Id="rId28" Type="http://schemas.openxmlformats.org/officeDocument/2006/relationships/slideLayout" Target="../slideLayouts/slideLayout122.xml"/><Relationship Id="rId29" Type="http://schemas.openxmlformats.org/officeDocument/2006/relationships/slideLayout" Target="../slideLayouts/slideLayout123.xml"/><Relationship Id="rId30" Type="http://schemas.openxmlformats.org/officeDocument/2006/relationships/slideLayout" Target="../slideLayouts/slideLayout124.xml"/><Relationship Id="rId31" Type="http://schemas.openxmlformats.org/officeDocument/2006/relationships/slideLayout" Target="../slideLayouts/slideLayout125.xml"/><Relationship Id="rId32" Type="http://schemas.openxmlformats.org/officeDocument/2006/relationships/slideLayout" Target="../slideLayouts/slideLayout126.xml"/><Relationship Id="rId33" Type="http://schemas.openxmlformats.org/officeDocument/2006/relationships/slideLayout" Target="../slideLayouts/slideLayout127.xml"/><Relationship Id="rId34" Type="http://schemas.openxmlformats.org/officeDocument/2006/relationships/slideLayout" Target="../slideLayouts/slideLayout128.xml"/><Relationship Id="rId35" Type="http://schemas.openxmlformats.org/officeDocument/2006/relationships/slideLayout" Target="../slideLayouts/slideLayout129.xml"/><Relationship Id="rId36" Type="http://schemas.openxmlformats.org/officeDocument/2006/relationships/slideLayout" Target="../slideLayouts/slideLayout130.xml"/><Relationship Id="rId37" Type="http://schemas.openxmlformats.org/officeDocument/2006/relationships/slideLayout" Target="../slideLayouts/slideLayout131.xml"/><Relationship Id="rId38" Type="http://schemas.openxmlformats.org/officeDocument/2006/relationships/slideLayout" Target="../slideLayouts/slideLayout132.xml"/><Relationship Id="rId39" Type="http://schemas.openxmlformats.org/officeDocument/2006/relationships/slideLayout" Target="../slideLayouts/slideLayout133.xml"/><Relationship Id="rId40" Type="http://schemas.openxmlformats.org/officeDocument/2006/relationships/slideLayout" Target="../slideLayouts/slideLayout134.xml"/><Relationship Id="rId41" Type="http://schemas.openxmlformats.org/officeDocument/2006/relationships/slideLayout" Target="../slideLayouts/slideLayout135.xml"/><Relationship Id="rId42" Type="http://schemas.openxmlformats.org/officeDocument/2006/relationships/slideLayout" Target="../slideLayouts/slideLayout136.xml"/><Relationship Id="rId43" Type="http://schemas.openxmlformats.org/officeDocument/2006/relationships/slideLayout" Target="../slideLayouts/slideLayout137.xml"/><Relationship Id="rId44" Type="http://schemas.openxmlformats.org/officeDocument/2006/relationships/slideLayout" Target="../slideLayouts/slideLayout138.xml"/><Relationship Id="rId45" Type="http://schemas.openxmlformats.org/officeDocument/2006/relationships/slideLayout" Target="../slideLayouts/slideLayout139.xml"/><Relationship Id="rId46" Type="http://schemas.openxmlformats.org/officeDocument/2006/relationships/slideLayout" Target="../slideLayouts/slideLayout140.xml"/><Relationship Id="rId47" Type="http://schemas.openxmlformats.org/officeDocument/2006/relationships/slideLayout" Target="../slideLayouts/slideLayout141.xml"/><Relationship Id="rId4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48.xml"/><Relationship Id="rId8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53.xml"/><Relationship Id="rId13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55.xml"/><Relationship Id="rId15" Type="http://schemas.openxmlformats.org/officeDocument/2006/relationships/slideLayout" Target="../slideLayouts/slideLayout156.xml"/><Relationship Id="rId16" Type="http://schemas.openxmlformats.org/officeDocument/2006/relationships/slideLayout" Target="../slideLayouts/slideLayout157.xml"/><Relationship Id="rId17" Type="http://schemas.openxmlformats.org/officeDocument/2006/relationships/slideLayout" Target="../slideLayouts/slideLayout158.xml"/><Relationship Id="rId18" Type="http://schemas.openxmlformats.org/officeDocument/2006/relationships/slideLayout" Target="../slideLayouts/slideLayout159.xml"/><Relationship Id="rId19" Type="http://schemas.openxmlformats.org/officeDocument/2006/relationships/slideLayout" Target="../slideLayouts/slideLayout160.xml"/><Relationship Id="rId20" Type="http://schemas.openxmlformats.org/officeDocument/2006/relationships/slideLayout" Target="../slideLayouts/slideLayout161.xml"/><Relationship Id="rId21" Type="http://schemas.openxmlformats.org/officeDocument/2006/relationships/slideLayout" Target="../slideLayouts/slideLayout162.xml"/><Relationship Id="rId22" Type="http://schemas.openxmlformats.org/officeDocument/2006/relationships/slideLayout" Target="../slideLayouts/slideLayout163.xml"/><Relationship Id="rId23" Type="http://schemas.openxmlformats.org/officeDocument/2006/relationships/slideLayout" Target="../slideLayouts/slideLayout164.xml"/><Relationship Id="rId24" Type="http://schemas.openxmlformats.org/officeDocument/2006/relationships/slideLayout" Target="../slideLayouts/slideLayout165.xml"/><Relationship Id="rId25" Type="http://schemas.openxmlformats.org/officeDocument/2006/relationships/slideLayout" Target="../slideLayouts/slideLayout166.xml"/><Relationship Id="rId26" Type="http://schemas.openxmlformats.org/officeDocument/2006/relationships/slideLayout" Target="../slideLayouts/slideLayout167.xml"/><Relationship Id="rId27" Type="http://schemas.openxmlformats.org/officeDocument/2006/relationships/slideLayout" Target="../slideLayouts/slideLayout168.xml"/><Relationship Id="rId28" Type="http://schemas.openxmlformats.org/officeDocument/2006/relationships/slideLayout" Target="../slideLayouts/slideLayout169.xml"/><Relationship Id="rId29" Type="http://schemas.openxmlformats.org/officeDocument/2006/relationships/slideLayout" Target="../slideLayouts/slideLayout170.xml"/><Relationship Id="rId30" Type="http://schemas.openxmlformats.org/officeDocument/2006/relationships/slideLayout" Target="../slideLayouts/slideLayout171.xml"/><Relationship Id="rId31" Type="http://schemas.openxmlformats.org/officeDocument/2006/relationships/slideLayout" Target="../slideLayouts/slideLayout172.xml"/><Relationship Id="rId32" Type="http://schemas.openxmlformats.org/officeDocument/2006/relationships/slideLayout" Target="../slideLayouts/slideLayout173.xml"/><Relationship Id="rId33" Type="http://schemas.openxmlformats.org/officeDocument/2006/relationships/slideLayout" Target="../slideLayouts/slideLayout174.xml"/><Relationship Id="rId34" Type="http://schemas.openxmlformats.org/officeDocument/2006/relationships/slideLayout" Target="../slideLayouts/slideLayout175.xml"/><Relationship Id="rId35" Type="http://schemas.openxmlformats.org/officeDocument/2006/relationships/slideLayout" Target="../slideLayouts/slideLayout176.xml"/><Relationship Id="rId36" Type="http://schemas.openxmlformats.org/officeDocument/2006/relationships/slideLayout" Target="../slideLayouts/slideLayout177.xml"/><Relationship Id="rId37" Type="http://schemas.openxmlformats.org/officeDocument/2006/relationships/slideLayout" Target="../slideLayouts/slideLayout178.xml"/><Relationship Id="rId38" Type="http://schemas.openxmlformats.org/officeDocument/2006/relationships/slideLayout" Target="../slideLayouts/slideLayout179.xml"/><Relationship Id="rId3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lang="en" sz="700"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sz="7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8014400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V</a:t>
            </a:r>
            <a:r>
              <a:rPr lang="en" sz="8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ersion number here V00000</a:t>
            </a:r>
            <a:endParaRPr sz="8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8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58" name="Google Shape;758;p4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59" name="Google Shape;759;p48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lang="en" sz="700"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sz="7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760" name="Google Shape;760;p48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sz="800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  <p:sldLayoutId id="2147483731" r:id="rId38"/>
    <p:sldLayoutId id="2147483732" r:id="rId39"/>
    <p:sldLayoutId id="2147483733" r:id="rId40"/>
    <p:sldLayoutId id="2147483734" r:id="rId41"/>
    <p:sldLayoutId id="2147483735" r:id="rId42"/>
    <p:sldLayoutId id="2147483736" r:id="rId43"/>
    <p:sldLayoutId id="2147483737" r:id="rId44"/>
    <p:sldLayoutId id="2147483738" r:id="rId45"/>
    <p:sldLayoutId id="2147483739" r:id="rId46"/>
    <p:sldLayoutId id="2147483740" r:id="rId47"/>
    <p:sldLayoutId id="2147483741" r:id="rId4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97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536" name="Google Shape;1536;p9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537" name="Google Shape;1537;p97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lang="en" sz="700"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sz="7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1538" name="Google Shape;1538;p97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sz="8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  <p:sldLayoutId id="2147483769" r:id="rId28"/>
    <p:sldLayoutId id="2147483770" r:id="rId29"/>
    <p:sldLayoutId id="2147483771" r:id="rId30"/>
    <p:sldLayoutId id="2147483772" r:id="rId31"/>
    <p:sldLayoutId id="2147483773" r:id="rId32"/>
    <p:sldLayoutId id="2147483774" r:id="rId33"/>
    <p:sldLayoutId id="2147483775" r:id="rId34"/>
    <p:sldLayoutId id="2147483776" r:id="rId35"/>
    <p:sldLayoutId id="2147483777" r:id="rId36"/>
    <p:sldLayoutId id="2147483778" r:id="rId37"/>
    <p:sldLayoutId id="2147483779" r:id="rId38"/>
    <p:sldLayoutId id="2147483780" r:id="rId39"/>
    <p:sldLayoutId id="2147483781" r:id="rId40"/>
    <p:sldLayoutId id="2147483782" r:id="rId41"/>
    <p:sldLayoutId id="2147483783" r:id="rId42"/>
    <p:sldLayoutId id="2147483784" r:id="rId43"/>
    <p:sldLayoutId id="2147483785" r:id="rId44"/>
    <p:sldLayoutId id="2147483786" r:id="rId45"/>
    <p:sldLayoutId id="2147483787" r:id="rId46"/>
    <p:sldLayoutId id="2147483788" r:id="rId4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145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288" name="Google Shape;2288;p14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289" name="Google Shape;2289;p145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Update confidential designator here</a:t>
            </a:r>
            <a:endParaRPr sz="700">
              <a:solidFill>
                <a:schemeClr val="dk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2290" name="Google Shape;2290;p145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sz="8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9" r:id="rId21"/>
    <p:sldLayoutId id="2147483810" r:id="rId22"/>
    <p:sldLayoutId id="2147483811" r:id="rId23"/>
    <p:sldLayoutId id="2147483812" r:id="rId24"/>
    <p:sldLayoutId id="2147483813" r:id="rId25"/>
    <p:sldLayoutId id="2147483814" r:id="rId26"/>
    <p:sldLayoutId id="2147483815" r:id="rId27"/>
    <p:sldLayoutId id="2147483816" r:id="rId28"/>
    <p:sldLayoutId id="2147483817" r:id="rId29"/>
    <p:sldLayoutId id="2147483818" r:id="rId30"/>
    <p:sldLayoutId id="2147483819" r:id="rId31"/>
    <p:sldLayoutId id="2147483820" r:id="rId32"/>
    <p:sldLayoutId id="2147483821" r:id="rId33"/>
    <p:sldLayoutId id="2147483822" r:id="rId34"/>
    <p:sldLayoutId id="2147483823" r:id="rId35"/>
    <p:sldLayoutId id="2147483824" r:id="rId36"/>
    <p:sldLayoutId id="2147483825" r:id="rId37"/>
    <p:sldLayoutId id="2147483826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JSM Tier 1 Support — Stage Overview</a:t>
            </a:r>
          </a:p>
          <a:p>
            <a:r>
              <a:t>Red Hat Atlassian Cloud Migration Support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Helpdesk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3100" y="1893450"/>
            <a:ext cx="7992000" cy="3071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FFFFF"/>
                </a:solidFill>
                <a:latin typeface="Red Hat Display"/>
              </a:rPr>
              <a:t>Section 1</a:t>
            </a:r>
          </a:p>
          <a:p>
            <a:pPr>
              <a:spcBef>
                <a:spcPts val="800"/>
              </a:spcBef>
            </a:pPr>
            <a:r>
              <a:rPr sz="6400" b="1">
                <a:solidFill>
                  <a:srgbClr val="FFFFFF"/>
                </a:solidFill>
                <a:latin typeface="Red Hat Display"/>
              </a:rPr>
              <a:t>The Model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Pipeline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Models, One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730044" cy="201168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Red Hat Display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Red Hat Display"/>
              </a:rPr>
              <a:t>Classify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Red Hat Text"/>
              </a:rPr>
              <a:t>LR + LightGBM + MiniLM ensemble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24404" y="2432304"/>
            <a:ext cx="274320" cy="80467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35884" y="1828800"/>
            <a:ext cx="1730044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Sentiment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Gemini primary / RoBERTa fallback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03089" y="2432304"/>
            <a:ext cx="274320" cy="80467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14569" y="1828800"/>
            <a:ext cx="1730044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Retrieve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BM25 + gemini-embedding + cross-encoder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81774" y="2432304"/>
            <a:ext cx="274320" cy="80467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93254" y="1828800"/>
            <a:ext cx="1730044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Draft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Gemini 2.5 Pro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60459" y="2432304"/>
            <a:ext cx="274320" cy="80467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71939" y="1828800"/>
            <a:ext cx="1730044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Self-Check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Gemini Flash 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8,723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Tickets classified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4116" y="4114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11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AI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71032" y="4114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1,231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Retrieval corpus items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7948" y="4114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~30s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Pod warm start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Ensemble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Model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Weight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Where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10.2%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Local CPU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LightGBM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12.4%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Local CPU</a:t>
                      </a:r>
                    </a:p>
                  </a:txBody>
                  <a:tcPr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all-MiniLM-L6-v2 (DistilBERT)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77.4%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Local PVC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Gemini 2.5 Pro fallback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Vertex AI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1828800"/>
            <a:ext cx="416966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51515"/>
                </a:solidFill>
                <a:latin typeface="Red Hat Text"/>
              </a:rPr>
              <a:t>Weights are Optuna-tuned</a:t>
            </a:r>
            <a:r>
              <a:rPr sz="1300">
                <a:solidFill>
                  <a:srgbClr val="151515"/>
                </a:solidFill>
                <a:latin typeface="Red Hat Text"/>
              </a:rPr>
              <a:t> (5-fold stratified CV)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Gemini fallback activates when a category has &lt;10 training samples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Macro-F1:</a:t>
            </a:r>
            <a:r>
              <a:rPr sz="1300">
                <a:solidFill>
                  <a:srgbClr val="151515"/>
                </a:solidFill>
                <a:latin typeface="Red Hat Text"/>
              </a:rPr>
              <a:t> 0.7075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Accuracy:</a:t>
            </a:r>
            <a:r>
              <a:rPr sz="1300">
                <a:solidFill>
                  <a:srgbClr val="151515"/>
                </a:solidFill>
                <a:latin typeface="Red Hat Text"/>
              </a:rPr>
              <a:t> 89.8%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10 categories: Access, Permissions, Configuration, Workflow, Notifications, Data, Integration, Performance, UI/UX, Other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Pipeline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Sentiment, Retrieval &amp; Self-Check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93008" cy="3931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😤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Sentiment (Gemini primary)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95.7% accuracy. cardiffnlp + j-hartmann fallback at 83.99%. Frustration ≥0.70 → suppressed, routed to human.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33087" y="1828800"/>
            <a:ext cx="3493008" cy="3931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🔍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Retrieval (Hybrid)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BM25 keyword + gemini-embedding-001 (3072-dim dense) fused via RRF. Cross-encoder re-ranks top candidates.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8975" y="1828800"/>
            <a:ext cx="3493008" cy="3931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✅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Self-Check (Flash Lite)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Validates: type_correct? addresses_question? sufficient_context? All three must pass before posting.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3100" y="1893450"/>
            <a:ext cx="7992000" cy="3071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FFFFF"/>
                </a:solidFill>
                <a:latin typeface="Red Hat Display"/>
              </a:rPr>
              <a:t>Section 2</a:t>
            </a:r>
          </a:p>
          <a:p>
            <a:pPr>
              <a:spcBef>
                <a:spcPts val="800"/>
              </a:spcBef>
            </a:pPr>
            <a:r>
              <a:rPr sz="6400" b="1">
                <a:solidFill>
                  <a:srgbClr val="FFFFFF"/>
                </a:solidFill>
                <a:latin typeface="Red Hat Display"/>
              </a:rPr>
              <a:t>Three Draft Examples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Draft Examples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JIRACONFSD-7563 — The Good Draft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0844784" cy="109728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FFFFFF"/>
                </a:solidFill>
                <a:latin typeface="Red Hat Text"/>
              </a:rPr>
              <a:t>✅ Ticket: Agent can't access 'Quantum Leap' Confluence space
Response type: needs_info
Self-check: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84478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1515"/>
                </a:solidFill>
                <a:latin typeface="Red Hat Text"/>
              </a:rPr>
              <a:t>What the agent did:</a:t>
            </a:r>
            <a:r>
              <a:rPr sz="1400">
                <a:solidFill>
                  <a:srgbClr val="151515"/>
                </a:solidFill>
                <a:latin typeface="Red Hat Text"/>
              </a:rPr>
              <a:t> Found KB content about Confluence space permissions. Generated clarifying questions: space name confirmation, desired access level, manager approval status.</a:t>
            </a:r>
          </a:p>
          <a:p>
            <a:r>
              <a:rPr sz="1400" b="1">
                <a:solidFill>
                  <a:srgbClr val="151515"/>
                </a:solidFill>
                <a:latin typeface="Red Hat Text"/>
              </a:rPr>
              <a:t>Why it worked: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51515"/>
                </a:solidFill>
                <a:latin typeface="Red Hat Text"/>
              </a:rPr>
              <a:t>•  Ticket is Atlassian Cloud permissions — exactly what the KB covers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51515"/>
                </a:solidFill>
                <a:latin typeface="Red Hat Text"/>
              </a:rPr>
              <a:t>•  Hybrid retrieval found relevant articles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51515"/>
                </a:solidFill>
                <a:latin typeface="Red Hat Text"/>
              </a:rPr>
              <a:t>•  Draft was specific and actionable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51515"/>
                </a:solidFill>
                <a:latin typeface="Red Hat Text"/>
              </a:rPr>
              <a:t>•  Self-check confirmed it addressed the actual question</a:t>
            </a:r>
          </a:p>
          <a:p>
            <a:r>
              <a:rPr sz="1400" b="1">
                <a:solidFill>
                  <a:srgbClr val="151515"/>
                </a:solidFill>
                <a:latin typeface="Red Hat Text"/>
              </a:rPr>
              <a:t>This is what the pipeline looks like at its best.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Draft Examples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JIRACONFSD-7565 — Partially Right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0844784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151515"/>
                </a:solidFill>
                <a:latin typeface="Red Hat Text"/>
              </a:rPr>
              <a:t>⚠️ Ticket: Another permissions request
Response type: needs_info — acknowledged request, said 'a team member will follow up'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" cy="10972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5285231" cy="283463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/>
            <a:r>
              <a:rPr sz="1600" b="1">
                <a:solidFill>
                  <a:srgbClr val="151515"/>
                </a:solidFill>
                <a:latin typeface="Red Hat Display"/>
              </a:rPr>
              <a:t>What it did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51515"/>
                </a:solidFill>
                <a:latin typeface="Red Hat Text"/>
              </a:rPr>
              <a:t>•  Acknowledged the request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51515"/>
                </a:solidFill>
                <a:latin typeface="Red Hat Text"/>
              </a:rPr>
              <a:t>•  Said team will follow up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51515"/>
                </a:solidFill>
                <a:latin typeface="Red Hat Text"/>
              </a:rPr>
              <a:t>•  Self-check passed (technically addressed)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16751" y="2926080"/>
            <a:ext cx="5285231" cy="2834639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/>
            <a:r>
              <a:rPr sz="1600" b="1">
                <a:solidFill>
                  <a:srgbClr val="FFFFFF"/>
                </a:solidFill>
                <a:latin typeface="Red Hat Display"/>
              </a:rPr>
              <a:t>What it should have done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Red Hat Text"/>
              </a:rPr>
              <a:t>•  Explicitly redirect to project lead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Red Hat Text"/>
              </a:rPr>
              <a:t>•  Say: 'Contact your team manager to submit an access change request'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Red Hat Text"/>
              </a:rPr>
              <a:t>•  Be specific, not vague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Draft Examples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JIRACONFSD-7560 — Wrong Domain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0844784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151515"/>
                </a:solidFill>
                <a:latin typeface="Red Hat Text"/>
              </a:rPr>
              <a:t>❌ Ticket: 'Request access to ocp-operator-sdk GitHub repository'
Agent generated: detailed GitHub admin steps (find GitHub ID, add to org team, grant push access...)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" cy="1188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84478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51515"/>
                </a:solidFill>
                <a:latin typeface="Red Hat Text"/>
              </a:rPr>
              <a:t>Why this is wrong:</a:t>
            </a:r>
            <a:r>
              <a:rPr sz="1300">
                <a:solidFill>
                  <a:srgbClr val="151515"/>
                </a:solidFill>
                <a:latin typeface="Red Hat Text"/>
              </a:rPr>
              <a:t> This helpdesk does not manage GitHub repository permissions. Correct response: 'Contact your project lead or repository owner.'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Why it happened: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Hybrid retrieval returned empty — no GitHub content in KB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Legacy fallback found GitHub docs from atlassian_docs table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Gemini generated plausible admin steps using that content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Self-check evaluated steps as technically correct — but doesn't know our operational scope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What fixes this:</a:t>
            </a:r>
            <a:r>
              <a:rPr sz="1300">
                <a:solidFill>
                  <a:srgbClr val="151515"/>
                </a:solidFill>
                <a:latin typeface="Red Hat Text"/>
              </a:rPr>
              <a:t> Corrective RAG (skip Gemini when retrieval quality is insufficient) + template system for Access category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This is exactly why we're in stage.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3100" y="1893450"/>
            <a:ext cx="7992000" cy="3071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FFFFF"/>
                </a:solidFill>
                <a:latin typeface="Red Hat Display"/>
              </a:rPr>
              <a:t>Section 3</a:t>
            </a:r>
          </a:p>
          <a:p>
            <a:pPr>
              <a:spcBef>
                <a:spcPts val="800"/>
              </a:spcBef>
            </a:pPr>
            <a:r>
              <a:rPr sz="6400" b="1">
                <a:solidFill>
                  <a:srgbClr val="FFFFFF"/>
                </a:solidFill>
                <a:latin typeface="Red Hat Display"/>
              </a:rPr>
              <a:t>FAQ Generation &amp; the Cosine Threshold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FAQ Generation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FAQ Articles Are Generated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350264" cy="201168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Red Hat Display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Red Hat Display"/>
              </a:rPr>
              <a:t>Every Saturday UTC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Red Hat Text"/>
              </a:rPr>
              <a:t>Or 50+ new resolved tickets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44623" y="2432304"/>
            <a:ext cx="274320" cy="80467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56104" y="1828800"/>
            <a:ext cx="1350264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Gemini analyzes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All resolved ticket resolution summaries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3528" y="2432304"/>
            <a:ext cx="274320" cy="80467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5008" y="1828800"/>
            <a:ext cx="1350264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Identifies gaps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Topics with no KB coverage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42432" y="2432304"/>
            <a:ext cx="274320" cy="80467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1828800"/>
            <a:ext cx="1350264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Generates articles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Q&amp;A + Steps + Known Limitations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41336" y="2432304"/>
            <a:ext cx="274320" cy="80467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52816" y="1828800"/>
            <a:ext cx="1350264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Dedup check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MinHash + cosine similarity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40240" y="2432304"/>
            <a:ext cx="274320" cy="80467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51720" y="1828800"/>
            <a:ext cx="1350264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6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Publishes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Confluence HUB, restricted to Red Hat One reviewers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8,009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Resolution summaries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14116" y="4114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68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Articles published (stage)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1032" y="4114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~15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Target after threshold fix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27948" y="4114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0.95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Current cosine threshold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Cosine Threshold — A Tunable Knob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Threshold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Articles Published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Quality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0.82 (old)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68+ articles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Severe duplication — 8 near-identical Permissions articles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0.95 (current)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68 articles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Still too permissive — 'User Access &amp; Login' vs 'User Access to Atlassian Cloud'</a:t>
                      </a:r>
                    </a:p>
                  </a:txBody>
                  <a:tcPr anchor="ctr">
                    <a:noFill/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0.90 (proposed)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~15 articles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Industry standard for FAQ content — clean, consolidated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1828800"/>
            <a:ext cx="416966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51515"/>
                </a:solidFill>
                <a:latin typeface="Red Hat Text"/>
              </a:rPr>
              <a:t>What cosine similarity means: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1.0 = identical text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0.95 = same topic, slightly different wording ← current cutoff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0.90 = semantically equivalent ← target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0.80 = same domain, different angle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Raising 0.95 → 0.90: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One-line change in </a:t>
            </a:r>
            <a:r>
              <a:rPr sz="1300">
                <a:solidFill>
                  <a:srgbClr val="151515"/>
                </a:solidFill>
                <a:latin typeface="Red Hat Mono"/>
              </a:rPr>
              <a:t>pipeline.yaml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Next Saturday run generates consolidated articles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Audit found 8 near-duplicates in Access cluster alone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Industry standard:</a:t>
            </a:r>
            <a:r>
              <a:rPr sz="1300">
                <a:solidFill>
                  <a:srgbClr val="151515"/>
                </a:solidFill>
                <a:latin typeface="Red Hat Text"/>
              </a:rPr>
              <a:t> 0.90–0.95 for FAQ-style content (NeMo, SemHash research)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3100" y="1893450"/>
            <a:ext cx="7992000" cy="3071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FFFFF"/>
                </a:solidFill>
                <a:latin typeface="Red Hat Display"/>
              </a:rPr>
              <a:t>Section 4</a:t>
            </a:r>
          </a:p>
          <a:p>
            <a:pPr>
              <a:spcBef>
                <a:spcPts val="800"/>
              </a:spcBef>
            </a:pPr>
            <a:r>
              <a:rPr sz="6400" b="1">
                <a:solidFill>
                  <a:srgbClr val="FFFFFF"/>
                </a:solidFill>
                <a:latin typeface="Red Hat Display"/>
              </a:rPr>
              <a:t>vs. Atlassian Virtual Service 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Virtual Agent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Side-by-Side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84478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928"/>
                <a:gridCol w="3614928"/>
                <a:gridCol w="3614928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JSM Virtual Service Agent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This Agent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Audience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Customer (self-service)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Agent (internal comment)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Timing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Before a ticket exists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After a ticket exists</a:t>
                      </a:r>
                    </a:p>
                  </a:txBody>
                  <a:tcPr anchor="ctr"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Setup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Manual: 20+ training phrases per intent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Automatic: mines every resolved ticket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KB requirement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Must be PUBLIC to all logged-in users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KB can be restricted to reviewer group</a:t>
                      </a:r>
                    </a:p>
                  </a:txBody>
                  <a:tcPr anchor="ctr"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Learns from history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No — reads KB articles only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Yes — resolution summaries, emoji feedback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Handles ambiguity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Escalates if no intent match → creates ticket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Generates draft with sources, self-checks</a:t>
                      </a:r>
                    </a:p>
                  </a:txBody>
                  <a:tcPr anchor="ctr"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Scope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Deflects tickets before they're created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Improves how agents handle tickets that exist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KB Visibility Conflict &amp; Cost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9436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151515"/>
                </a:solidFill>
                <a:latin typeface="Red Hat Text"/>
              </a:rPr>
              <a:t>⚠️ Key conflict: Virtual Agent requires KB space set to 'All logged-in users'. Our articles are restricted to Red Hat One reviewers. Running both forces a choice between these two models on the same KB.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" cy="1828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59436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51515"/>
                </a:solidFill>
                <a:latin typeface="Red Hat Text"/>
              </a:rPr>
              <a:t>Why not both simultaneously: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KB visibility conflict (public vs restricted)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No coordination: two AI systems, no shared signal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Maintenance duplication: intent flows need ongoing tuning; ours updates from resolved tickets automatically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Different problems — prove each independently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16966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51515"/>
                </a:solidFill>
                <a:latin typeface="Red Hat Text"/>
              </a:rPr>
              <a:t>Virtual Agent cost model: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1,000 assisted conversations/month included (Enterprise)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— per Atlassian Cloud </a:t>
            </a:r>
            <a:r>
              <a:rPr sz="1300" b="1">
                <a:solidFill>
                  <a:srgbClr val="151515"/>
                </a:solidFill>
                <a:latin typeface="Red Hat Text"/>
              </a:rPr>
              <a:t>site</a:t>
            </a:r>
            <a:r>
              <a:rPr sz="1300">
                <a:solidFill>
                  <a:srgbClr val="151515"/>
                </a:solidFill>
                <a:latin typeface="Red Hat Text"/>
              </a:rPr>
              <a:t> (shared across ALL service desks)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$0.30/conversation overage (volume discounts available)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This agent cost model: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Vertex AI API at GCP project level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— no Atlassian billing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— no Rovo credit consumption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— no per-conversation metering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ROI metric differs: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Virtual Agent: deflection rate (tickets NOT created)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This agent: agent time saved on tickets that DO exist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3100" y="1893450"/>
            <a:ext cx="7992000" cy="3071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FFFFF"/>
                </a:solidFill>
                <a:latin typeface="Red Hat Display"/>
              </a:rPr>
              <a:t>Section 5</a:t>
            </a:r>
          </a:p>
          <a:p>
            <a:pPr>
              <a:spcBef>
                <a:spcPts val="800"/>
              </a:spcBef>
            </a:pPr>
            <a:r>
              <a:rPr sz="6400" b="1">
                <a:solidFill>
                  <a:srgbClr val="FFFFFF"/>
                </a:solidFill>
                <a:latin typeface="Red Hat Display"/>
              </a:rPr>
              <a:t>Next Steps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Blockers Before Prod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93008" cy="1874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🔒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Confluence Restrictions (STORY)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Page restriction API returns 200 but applies empty group. Articles currently public to all HUB members. Must fix before prod.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33087" y="1828800"/>
            <a:ext cx="3493008" cy="1874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📋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Privacy Impact Assessment (TASK)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ANTSE-493 — To Do, assigned Clark Everson. Required before reading prod ticket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8975" y="1828800"/>
            <a:ext cx="3493008" cy="1874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🔍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KB Access Control Review (SPIKE)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Are any restricted Confluence pages being indexed and surfacing in drafts? Must audit before prod.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86200"/>
            <a:ext cx="3493008" cy="1874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🌐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ITOP Egress Ticket (TASK)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ANTSE-553 — *.actions.githubusercontent.com wildcard. Current CIDR workaround is fragile.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3886200"/>
            <a:ext cx="3493008" cy="1874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🗑️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Orphan Draft Cleanup (TASK)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182 draft pages under parent 120947227 from failed generation runs. Delete via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5" y="3886200"/>
            <a:ext cx="3493008" cy="1874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📊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PIA (TASK)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Compliance review of what data the agent reads, stores, and sends to Gemini. ANTSE-493.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Stories &amp; Spikes — Team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43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1515"/>
                </a:solidFill>
                <a:latin typeface="Red Hat Text"/>
              </a:rPr>
              <a:t>Stories (known implementation):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FAQ quality overhaul: threshold 0.90 + multi-Q&amp;A articles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KB articles for non-Atlassian access patterns (GitHub, OCP)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Prod → Stage ticket sync for real-traffic model evaluation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Stale KB auto-archive (cloud vs DC content, ANTSE-576)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Ingest timestamp watermark (ANTSE-571)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Resync API endpoint (ANTSE-570)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Sweep metrics endpoint (ANTSE-582)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Parallel phase execution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Phase timing in health endpoint (ANTSE-580/581)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828800"/>
            <a:ext cx="416966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1515"/>
                </a:solidFill>
                <a:latin typeface="Red Hat Text"/>
              </a:rPr>
              <a:t>Spikes (research first):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LLM benchmarking: Flash vs Pro vs DeepSeek per stage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Corrective RAG: skip Gemini when retrieval quality insufficient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HF model startup: lazy load, quantization, sidecar (ANTSE-563)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Gemini semantic response caching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GraphRAG + multi-hop retrieval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Autonomous ticket resolution (agentic AI)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Real-time data access (live API calls during generation)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Modular RAG architecture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Dedup model improvement (ANTSE-561)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Human gold set calibration (ANTSE-557)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 is a Decision, Not a Technical Milestone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3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Real drafts posted on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116" y="1828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68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FAQ articles in Confluence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71032" y="1828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8,723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Tickets classified (100%)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27948" y="182880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~30s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Pod warm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10844784" cy="137160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FFFFFF"/>
                </a:solidFill>
                <a:latin typeface="Red Hat Text"/>
              </a:rPr>
              <a:t>Stage is working. The system drafts, self-checks, learns from feedback, generates KB articles, and monitors for anomalies. The path to prod is: resolve blockers → PIA → prod decision. The model improves every time an agent rates a draft.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0844784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1515"/>
                </a:solidFill>
                <a:latin typeface="Red Hat Text"/>
              </a:rPr>
              <a:t>Full documentation: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Architecture: </a:t>
            </a:r>
            <a:r>
              <a:rPr sz="1200">
                <a:solidFill>
                  <a:srgbClr val="151515"/>
                </a:solidFill>
                <a:latin typeface="Red Hat Mono"/>
              </a:rPr>
              <a:t>redhat.atlassian.net/wiki/spaces/~ceverson/pages/395806292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Decisions &amp; roadmap: </a:t>
            </a:r>
            <a:r>
              <a:rPr sz="1200">
                <a:solidFill>
                  <a:srgbClr val="151515"/>
                </a:solidFill>
                <a:latin typeface="Red Hat Mono"/>
              </a:rPr>
              <a:t>FIXES_AND_DECISIONS.md</a:t>
            </a:r>
            <a:r>
              <a:rPr sz="1200">
                <a:solidFill>
                  <a:srgbClr val="151515"/>
                </a:solidFill>
                <a:latin typeface="Red Hat Text"/>
              </a:rPr>
              <a:t> in repo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Code: </a:t>
            </a:r>
            <a:r>
              <a:rPr sz="1200">
                <a:solidFill>
                  <a:srgbClr val="151515"/>
                </a:solidFill>
                <a:latin typeface="Red Hat Mono"/>
              </a:rPr>
              <a:t>github.com/agile-tech-sol/ai-helpdesk-agent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Stage Jira: </a:t>
            </a:r>
            <a:r>
              <a:rPr sz="1200">
                <a:solidFill>
                  <a:srgbClr val="151515"/>
                </a:solidFill>
                <a:latin typeface="Red Hat Mono"/>
              </a:rPr>
              <a:t>stage-redhat.atlassian.net/browse/JIRACONFSD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Stage KB: </a:t>
            </a:r>
            <a:r>
              <a:rPr sz="1200">
                <a:solidFill>
                  <a:srgbClr val="151515"/>
                </a:solidFill>
                <a:latin typeface="Red Hat Mono"/>
              </a:rPr>
              <a:t>stage-redhat.atlassian.net/wiki/spaces/HUB/pages/120947227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Code: github.com/agile-tech-sol/ai-helpdesk-agent</a:t>
            </a:r>
          </a:p>
          <a:p>
            <a:r>
              <a:t>Docs: redhat.atlassian.net/wiki/spaces/~ceverson</a:t>
            </a:r>
          </a:p>
          <a:p>
            <a:r>
              <a:t>Stage: stage-redhat.atlassian.net/browse/JIRACONFSD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Helpdesk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d Hat - Dark">
  <a:themeElements>
    <a:clrScheme name="Simple Light">
      <a:dk1>
        <a:srgbClr val="FFFFFF"/>
      </a:dk1>
      <a:lt1>
        <a:srgbClr val="151515"/>
      </a:lt1>
      <a:dk2>
        <a:srgbClr val="F9A8A8"/>
      </a:dk2>
      <a:lt2>
        <a:srgbClr val="F56E6E"/>
      </a:lt2>
      <a:accent1>
        <a:srgbClr val="EE0000"/>
      </a:accent1>
      <a:accent2>
        <a:srgbClr val="A60000"/>
      </a:accent2>
      <a:accent3>
        <a:srgbClr val="5F0000"/>
      </a:accent3>
      <a:accent4>
        <a:srgbClr val="E0E0E0"/>
      </a:accent4>
      <a:accent5>
        <a:srgbClr val="87BB62"/>
      </a:accent5>
      <a:accent6>
        <a:srgbClr val="F4784A"/>
      </a:accent6>
      <a:hlink>
        <a:srgbClr val="4394E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